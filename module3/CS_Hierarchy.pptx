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7" r:id="rId5"/>
    <p:sldId id="268" r:id="rId6"/>
    <p:sldId id="259" r:id="rId7"/>
    <p:sldId id="260" r:id="rId8"/>
    <p:sldId id="282" r:id="rId9"/>
    <p:sldId id="278" r:id="rId10"/>
    <p:sldId id="261" r:id="rId11"/>
    <p:sldId id="269" r:id="rId12"/>
    <p:sldId id="270" r:id="rId13"/>
    <p:sldId id="271" r:id="rId14"/>
    <p:sldId id="279" r:id="rId15"/>
    <p:sldId id="262" r:id="rId16"/>
    <p:sldId id="272" r:id="rId17"/>
    <p:sldId id="273" r:id="rId18"/>
    <p:sldId id="274" r:id="rId19"/>
    <p:sldId id="275" r:id="rId20"/>
    <p:sldId id="276" r:id="rId21"/>
    <p:sldId id="283" r:id="rId22"/>
    <p:sldId id="280" r:id="rId23"/>
    <p:sldId id="263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4694"/>
  </p:normalViewPr>
  <p:slideViewPr>
    <p:cSldViewPr snapToGrid="0">
      <p:cViewPr varScale="1">
        <p:scale>
          <a:sx n="121" d="100"/>
          <a:sy n="121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F5A4DA-39ED-B747-9E7F-81E9344F1617}" type="doc">
      <dgm:prSet loTypeId="urn:microsoft.com/office/officeart/2005/8/layout/hierarchy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84422C-9CD1-B642-BDA4-593C8EA4A56E}">
      <dgm:prSet phldrT="[Text]"/>
      <dgm:spPr/>
      <dgm:t>
        <a:bodyPr/>
        <a:lstStyle/>
        <a:p>
          <a:r>
            <a:rPr lang="en-US" dirty="0"/>
            <a:t>Tier I</a:t>
          </a:r>
        </a:p>
      </dgm:t>
    </dgm:pt>
    <dgm:pt modelId="{5A77B288-EB3C-564A-9AA5-901EAAC72591}" type="parTrans" cxnId="{ACD8EEC1-F3E7-6F4E-83F4-88CB7A19CB3F}">
      <dgm:prSet/>
      <dgm:spPr/>
      <dgm:t>
        <a:bodyPr/>
        <a:lstStyle/>
        <a:p>
          <a:endParaRPr lang="en-US"/>
        </a:p>
      </dgm:t>
    </dgm:pt>
    <dgm:pt modelId="{F3824F31-74E2-5041-9E0B-3BDA2FA6437A}" type="sibTrans" cxnId="{ACD8EEC1-F3E7-6F4E-83F4-88CB7A19CB3F}">
      <dgm:prSet/>
      <dgm:spPr/>
      <dgm:t>
        <a:bodyPr/>
        <a:lstStyle/>
        <a:p>
          <a:endParaRPr lang="en-US"/>
        </a:p>
      </dgm:t>
    </dgm:pt>
    <dgm:pt modelId="{E90031F4-A61E-844A-B6F0-15897536B4C8}">
      <dgm:prSet phldrT="[Text]"/>
      <dgm:spPr/>
      <dgm:t>
        <a:bodyPr/>
        <a:lstStyle/>
        <a:p>
          <a:r>
            <a:rPr lang="en-US" dirty="0"/>
            <a:t>Tier 2</a:t>
          </a:r>
        </a:p>
      </dgm:t>
    </dgm:pt>
    <dgm:pt modelId="{F0B8556B-9DAC-A240-9E76-DF36DB86C400}" type="parTrans" cxnId="{0D18C1C7-923C-2D4A-91FA-641CB99BAB69}">
      <dgm:prSet/>
      <dgm:spPr/>
      <dgm:t>
        <a:bodyPr/>
        <a:lstStyle/>
        <a:p>
          <a:endParaRPr lang="en-US"/>
        </a:p>
      </dgm:t>
    </dgm:pt>
    <dgm:pt modelId="{7079894B-0752-7148-B080-994155F498C4}" type="sibTrans" cxnId="{0D18C1C7-923C-2D4A-91FA-641CB99BAB69}">
      <dgm:prSet/>
      <dgm:spPr/>
      <dgm:t>
        <a:bodyPr/>
        <a:lstStyle/>
        <a:p>
          <a:endParaRPr lang="en-US"/>
        </a:p>
      </dgm:t>
    </dgm:pt>
    <dgm:pt modelId="{C8B4A0E8-0B80-BA4F-B570-A5BBD190BE04}">
      <dgm:prSet phldrT="[Text]"/>
      <dgm:spPr/>
      <dgm:t>
        <a:bodyPr/>
        <a:lstStyle/>
        <a:p>
          <a:r>
            <a:rPr lang="en-US" dirty="0"/>
            <a:t>Tier 3</a:t>
          </a:r>
        </a:p>
      </dgm:t>
    </dgm:pt>
    <dgm:pt modelId="{3B6771EB-8C94-C84C-BED9-D054A085B4A3}" type="parTrans" cxnId="{235DDCF9-1C9C-234C-80B1-8BECE234696C}">
      <dgm:prSet/>
      <dgm:spPr/>
      <dgm:t>
        <a:bodyPr/>
        <a:lstStyle/>
        <a:p>
          <a:endParaRPr lang="en-US"/>
        </a:p>
      </dgm:t>
    </dgm:pt>
    <dgm:pt modelId="{9AB46461-C1A2-4E4E-B6B4-34193B5A571E}" type="sibTrans" cxnId="{235DDCF9-1C9C-234C-80B1-8BECE234696C}">
      <dgm:prSet/>
      <dgm:spPr/>
      <dgm:t>
        <a:bodyPr/>
        <a:lstStyle/>
        <a:p>
          <a:endParaRPr lang="en-US"/>
        </a:p>
      </dgm:t>
    </dgm:pt>
    <dgm:pt modelId="{FBA9CBAE-E892-CF44-9F6E-ED958DA79FEC}">
      <dgm:prSet phldrT="[Text]"/>
      <dgm:spPr/>
      <dgm:t>
        <a:bodyPr/>
        <a:lstStyle/>
        <a:p>
          <a:r>
            <a:rPr lang="en-US" dirty="0"/>
            <a:t>Tier 3</a:t>
          </a:r>
        </a:p>
      </dgm:t>
    </dgm:pt>
    <dgm:pt modelId="{E4F434FC-1DD4-DC40-A32B-BDB775520004}" type="parTrans" cxnId="{686013F5-7CBE-4146-AB4D-C91EBC9CE19B}">
      <dgm:prSet/>
      <dgm:spPr/>
      <dgm:t>
        <a:bodyPr/>
        <a:lstStyle/>
        <a:p>
          <a:endParaRPr lang="en-US"/>
        </a:p>
      </dgm:t>
    </dgm:pt>
    <dgm:pt modelId="{BF8315E0-96E3-9C4F-B976-086D6CD7FDA6}" type="sibTrans" cxnId="{686013F5-7CBE-4146-AB4D-C91EBC9CE19B}">
      <dgm:prSet/>
      <dgm:spPr/>
      <dgm:t>
        <a:bodyPr/>
        <a:lstStyle/>
        <a:p>
          <a:endParaRPr lang="en-US"/>
        </a:p>
      </dgm:t>
    </dgm:pt>
    <dgm:pt modelId="{23F7315A-DED1-924D-8E0A-FFA04C3B56B1}">
      <dgm:prSet phldrT="[Text]"/>
      <dgm:spPr/>
      <dgm:t>
        <a:bodyPr/>
        <a:lstStyle/>
        <a:p>
          <a:r>
            <a:rPr lang="en-US" dirty="0"/>
            <a:t>Tier 2</a:t>
          </a:r>
        </a:p>
      </dgm:t>
    </dgm:pt>
    <dgm:pt modelId="{7AEADBE0-5396-8447-B2D8-05E5E1FB2177}" type="parTrans" cxnId="{062DD4AD-BED9-894B-A75C-00242D3E6BEA}">
      <dgm:prSet/>
      <dgm:spPr/>
      <dgm:t>
        <a:bodyPr/>
        <a:lstStyle/>
        <a:p>
          <a:endParaRPr lang="en-US"/>
        </a:p>
      </dgm:t>
    </dgm:pt>
    <dgm:pt modelId="{BE3AF6D2-C684-E04D-BE69-47D727085741}" type="sibTrans" cxnId="{062DD4AD-BED9-894B-A75C-00242D3E6BEA}">
      <dgm:prSet/>
      <dgm:spPr/>
      <dgm:t>
        <a:bodyPr/>
        <a:lstStyle/>
        <a:p>
          <a:endParaRPr lang="en-US"/>
        </a:p>
      </dgm:t>
    </dgm:pt>
    <dgm:pt modelId="{0E3CA6B2-2790-0949-B70C-F2A437B478B7}">
      <dgm:prSet phldrT="[Text]"/>
      <dgm:spPr/>
      <dgm:t>
        <a:bodyPr/>
        <a:lstStyle/>
        <a:p>
          <a:r>
            <a:rPr lang="en-US" dirty="0"/>
            <a:t>Tier 3</a:t>
          </a:r>
        </a:p>
      </dgm:t>
    </dgm:pt>
    <dgm:pt modelId="{55F8FE5C-9947-8647-86EE-47C0D706CE24}" type="parTrans" cxnId="{692766E6-BCDB-8B4B-86A7-215BBB8C82A1}">
      <dgm:prSet/>
      <dgm:spPr/>
      <dgm:t>
        <a:bodyPr/>
        <a:lstStyle/>
        <a:p>
          <a:endParaRPr lang="en-US"/>
        </a:p>
      </dgm:t>
    </dgm:pt>
    <dgm:pt modelId="{4C75B528-F50B-0243-B762-4C1C30278253}" type="sibTrans" cxnId="{692766E6-BCDB-8B4B-86A7-215BBB8C82A1}">
      <dgm:prSet/>
      <dgm:spPr/>
      <dgm:t>
        <a:bodyPr/>
        <a:lstStyle/>
        <a:p>
          <a:endParaRPr lang="en-US"/>
        </a:p>
      </dgm:t>
    </dgm:pt>
    <dgm:pt modelId="{B3AD00BB-26EA-2D48-B4AD-AD950EE27313}">
      <dgm:prSet phldrT="[Text]"/>
      <dgm:spPr/>
      <dgm:t>
        <a:bodyPr/>
        <a:lstStyle/>
        <a:p>
          <a:r>
            <a:rPr lang="en-US" dirty="0"/>
            <a:t>Tier 3</a:t>
          </a:r>
        </a:p>
      </dgm:t>
    </dgm:pt>
    <dgm:pt modelId="{57DADA41-3B91-9949-9BD9-8714957235BD}" type="parTrans" cxnId="{9CD90DF7-6CD4-834C-A92D-520999A955F6}">
      <dgm:prSet/>
      <dgm:spPr/>
      <dgm:t>
        <a:bodyPr/>
        <a:lstStyle/>
        <a:p>
          <a:endParaRPr lang="en-US"/>
        </a:p>
      </dgm:t>
    </dgm:pt>
    <dgm:pt modelId="{6FA63BD2-ACA8-9148-AEFC-03FF797B061A}" type="sibTrans" cxnId="{9CD90DF7-6CD4-834C-A92D-520999A955F6}">
      <dgm:prSet/>
      <dgm:spPr/>
      <dgm:t>
        <a:bodyPr/>
        <a:lstStyle/>
        <a:p>
          <a:endParaRPr lang="en-US"/>
        </a:p>
      </dgm:t>
    </dgm:pt>
    <dgm:pt modelId="{A213D89C-DA35-614D-9614-91156601582E}" type="pres">
      <dgm:prSet presAssocID="{E0F5A4DA-39ED-B747-9E7F-81E9344F1617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C298C5E-01F4-2C41-8839-E9706E90E809}" type="pres">
      <dgm:prSet presAssocID="{E0F5A4DA-39ED-B747-9E7F-81E9344F1617}" presName="hierFlow" presStyleCnt="0"/>
      <dgm:spPr/>
    </dgm:pt>
    <dgm:pt modelId="{E0A0039D-F013-C24F-BDBE-678C9C24235A}" type="pres">
      <dgm:prSet presAssocID="{E0F5A4DA-39ED-B747-9E7F-81E9344F1617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59BE79D-C908-6949-8AAF-7426E94240AC}" type="pres">
      <dgm:prSet presAssocID="{6E84422C-9CD1-B642-BDA4-593C8EA4A56E}" presName="Name14" presStyleCnt="0"/>
      <dgm:spPr/>
    </dgm:pt>
    <dgm:pt modelId="{C2C0D74F-CCA4-CD41-9373-6718F19081E3}" type="pres">
      <dgm:prSet presAssocID="{6E84422C-9CD1-B642-BDA4-593C8EA4A56E}" presName="level1Shape" presStyleLbl="node0" presStyleIdx="0" presStyleCnt="1">
        <dgm:presLayoutVars>
          <dgm:chPref val="3"/>
        </dgm:presLayoutVars>
      </dgm:prSet>
      <dgm:spPr/>
    </dgm:pt>
    <dgm:pt modelId="{2EC5187B-8FD9-3745-ADF9-07F9D49281EA}" type="pres">
      <dgm:prSet presAssocID="{6E84422C-9CD1-B642-BDA4-593C8EA4A56E}" presName="hierChild2" presStyleCnt="0"/>
      <dgm:spPr/>
    </dgm:pt>
    <dgm:pt modelId="{23330C21-B970-3547-93B3-CCEB3670651A}" type="pres">
      <dgm:prSet presAssocID="{F0B8556B-9DAC-A240-9E76-DF36DB86C400}" presName="Name19" presStyleLbl="parChTrans1D2" presStyleIdx="0" presStyleCnt="2"/>
      <dgm:spPr/>
    </dgm:pt>
    <dgm:pt modelId="{D8D54711-FDE7-CD4B-8A66-0D31F0F1F03D}" type="pres">
      <dgm:prSet presAssocID="{E90031F4-A61E-844A-B6F0-15897536B4C8}" presName="Name21" presStyleCnt="0"/>
      <dgm:spPr/>
    </dgm:pt>
    <dgm:pt modelId="{47F9CC11-E655-5743-92CA-2C71A1A9F4CA}" type="pres">
      <dgm:prSet presAssocID="{E90031F4-A61E-844A-B6F0-15897536B4C8}" presName="level2Shape" presStyleLbl="node2" presStyleIdx="0" presStyleCnt="2"/>
      <dgm:spPr/>
    </dgm:pt>
    <dgm:pt modelId="{14BBCD42-CAA7-7740-8CCA-F595F82C18BF}" type="pres">
      <dgm:prSet presAssocID="{E90031F4-A61E-844A-B6F0-15897536B4C8}" presName="hierChild3" presStyleCnt="0"/>
      <dgm:spPr/>
    </dgm:pt>
    <dgm:pt modelId="{6C5D019D-C451-9D4B-915A-0FE51543E08F}" type="pres">
      <dgm:prSet presAssocID="{3B6771EB-8C94-C84C-BED9-D054A085B4A3}" presName="Name19" presStyleLbl="parChTrans1D3" presStyleIdx="0" presStyleCnt="4"/>
      <dgm:spPr/>
    </dgm:pt>
    <dgm:pt modelId="{E0C450D2-BACB-814C-A1C5-CC089097CCA7}" type="pres">
      <dgm:prSet presAssocID="{C8B4A0E8-0B80-BA4F-B570-A5BBD190BE04}" presName="Name21" presStyleCnt="0"/>
      <dgm:spPr/>
    </dgm:pt>
    <dgm:pt modelId="{130B929B-2BD3-6041-B84B-FBB010E24B26}" type="pres">
      <dgm:prSet presAssocID="{C8B4A0E8-0B80-BA4F-B570-A5BBD190BE04}" presName="level2Shape" presStyleLbl="node3" presStyleIdx="0" presStyleCnt="4"/>
      <dgm:spPr/>
    </dgm:pt>
    <dgm:pt modelId="{929A33E6-468B-F74C-A840-D164E9ADB5D7}" type="pres">
      <dgm:prSet presAssocID="{C8B4A0E8-0B80-BA4F-B570-A5BBD190BE04}" presName="hierChild3" presStyleCnt="0"/>
      <dgm:spPr/>
    </dgm:pt>
    <dgm:pt modelId="{45FE334B-89A9-324A-B24B-924CAB99614B}" type="pres">
      <dgm:prSet presAssocID="{E4F434FC-1DD4-DC40-A32B-BDB775520004}" presName="Name19" presStyleLbl="parChTrans1D3" presStyleIdx="1" presStyleCnt="4"/>
      <dgm:spPr/>
    </dgm:pt>
    <dgm:pt modelId="{CD0EE3A9-9B83-0A43-AF2B-177B73F56305}" type="pres">
      <dgm:prSet presAssocID="{FBA9CBAE-E892-CF44-9F6E-ED958DA79FEC}" presName="Name21" presStyleCnt="0"/>
      <dgm:spPr/>
    </dgm:pt>
    <dgm:pt modelId="{5C8E6E9E-7252-4840-903B-248F48BEB2D8}" type="pres">
      <dgm:prSet presAssocID="{FBA9CBAE-E892-CF44-9F6E-ED958DA79FEC}" presName="level2Shape" presStyleLbl="node3" presStyleIdx="1" presStyleCnt="4" custLinFactNeighborX="-2228"/>
      <dgm:spPr/>
    </dgm:pt>
    <dgm:pt modelId="{33480DD0-0FF0-2643-979E-EFAD2D9798A2}" type="pres">
      <dgm:prSet presAssocID="{FBA9CBAE-E892-CF44-9F6E-ED958DA79FEC}" presName="hierChild3" presStyleCnt="0"/>
      <dgm:spPr/>
    </dgm:pt>
    <dgm:pt modelId="{5CA3E793-37F5-BE43-92F4-953C94A3DCF8}" type="pres">
      <dgm:prSet presAssocID="{7AEADBE0-5396-8447-B2D8-05E5E1FB2177}" presName="Name19" presStyleLbl="parChTrans1D2" presStyleIdx="1" presStyleCnt="2"/>
      <dgm:spPr/>
    </dgm:pt>
    <dgm:pt modelId="{386DA9EF-056A-6048-B077-4876AAFB43EE}" type="pres">
      <dgm:prSet presAssocID="{23F7315A-DED1-924D-8E0A-FFA04C3B56B1}" presName="Name21" presStyleCnt="0"/>
      <dgm:spPr/>
    </dgm:pt>
    <dgm:pt modelId="{999896B3-F378-9541-84EC-AA104CAC4E88}" type="pres">
      <dgm:prSet presAssocID="{23F7315A-DED1-924D-8E0A-FFA04C3B56B1}" presName="level2Shape" presStyleLbl="node2" presStyleIdx="1" presStyleCnt="2"/>
      <dgm:spPr/>
    </dgm:pt>
    <dgm:pt modelId="{8312CEE2-CA2E-8840-9946-4DE96754E386}" type="pres">
      <dgm:prSet presAssocID="{23F7315A-DED1-924D-8E0A-FFA04C3B56B1}" presName="hierChild3" presStyleCnt="0"/>
      <dgm:spPr/>
    </dgm:pt>
    <dgm:pt modelId="{E864642B-F76D-A14C-9317-EC9DFD2E1A73}" type="pres">
      <dgm:prSet presAssocID="{55F8FE5C-9947-8647-86EE-47C0D706CE24}" presName="Name19" presStyleLbl="parChTrans1D3" presStyleIdx="2" presStyleCnt="4"/>
      <dgm:spPr/>
    </dgm:pt>
    <dgm:pt modelId="{F47A846C-CFBD-C743-9DF3-C7901339CD15}" type="pres">
      <dgm:prSet presAssocID="{0E3CA6B2-2790-0949-B70C-F2A437B478B7}" presName="Name21" presStyleCnt="0"/>
      <dgm:spPr/>
    </dgm:pt>
    <dgm:pt modelId="{D0C18F99-72A2-1D4D-AB11-8F13AAB5B95A}" type="pres">
      <dgm:prSet presAssocID="{0E3CA6B2-2790-0949-B70C-F2A437B478B7}" presName="level2Shape" presStyleLbl="node3" presStyleIdx="2" presStyleCnt="4"/>
      <dgm:spPr/>
    </dgm:pt>
    <dgm:pt modelId="{BF0F75A0-B37F-0748-8BC5-1E94649A9E62}" type="pres">
      <dgm:prSet presAssocID="{0E3CA6B2-2790-0949-B70C-F2A437B478B7}" presName="hierChild3" presStyleCnt="0"/>
      <dgm:spPr/>
    </dgm:pt>
    <dgm:pt modelId="{C9AFA849-2037-6449-B6DC-8A3BFCD945B8}" type="pres">
      <dgm:prSet presAssocID="{57DADA41-3B91-9949-9BD9-8714957235BD}" presName="Name19" presStyleLbl="parChTrans1D3" presStyleIdx="3" presStyleCnt="4"/>
      <dgm:spPr/>
    </dgm:pt>
    <dgm:pt modelId="{D7F8613C-6EBE-794B-835F-81C3B4315C72}" type="pres">
      <dgm:prSet presAssocID="{B3AD00BB-26EA-2D48-B4AD-AD950EE27313}" presName="Name21" presStyleCnt="0"/>
      <dgm:spPr/>
    </dgm:pt>
    <dgm:pt modelId="{1F1C06E9-BE51-4745-83EE-2DFCD84089A5}" type="pres">
      <dgm:prSet presAssocID="{B3AD00BB-26EA-2D48-B4AD-AD950EE27313}" presName="level2Shape" presStyleLbl="node3" presStyleIdx="3" presStyleCnt="4"/>
      <dgm:spPr/>
    </dgm:pt>
    <dgm:pt modelId="{8E9584E0-DA0F-5544-8349-F66E775D3E5A}" type="pres">
      <dgm:prSet presAssocID="{B3AD00BB-26EA-2D48-B4AD-AD950EE27313}" presName="hierChild3" presStyleCnt="0"/>
      <dgm:spPr/>
    </dgm:pt>
    <dgm:pt modelId="{A8A3E43B-91F0-284E-BBDD-BE8846C9FD5B}" type="pres">
      <dgm:prSet presAssocID="{E0F5A4DA-39ED-B747-9E7F-81E9344F1617}" presName="bgShapesFlow" presStyleCnt="0"/>
      <dgm:spPr/>
    </dgm:pt>
  </dgm:ptLst>
  <dgm:cxnLst>
    <dgm:cxn modelId="{EB74E102-13CC-5449-A908-706E3ABCBA00}" type="presOf" srcId="{0E3CA6B2-2790-0949-B70C-F2A437B478B7}" destId="{D0C18F99-72A2-1D4D-AB11-8F13AAB5B95A}" srcOrd="0" destOrd="0" presId="urn:microsoft.com/office/officeart/2005/8/layout/hierarchy6"/>
    <dgm:cxn modelId="{2F731C0E-F935-5C47-8223-FF34B15D504A}" type="presOf" srcId="{E0F5A4DA-39ED-B747-9E7F-81E9344F1617}" destId="{A213D89C-DA35-614D-9614-91156601582E}" srcOrd="0" destOrd="0" presId="urn:microsoft.com/office/officeart/2005/8/layout/hierarchy6"/>
    <dgm:cxn modelId="{844D5116-1AEF-384E-B936-CBC25187571D}" type="presOf" srcId="{F0B8556B-9DAC-A240-9E76-DF36DB86C400}" destId="{23330C21-B970-3547-93B3-CCEB3670651A}" srcOrd="0" destOrd="0" presId="urn:microsoft.com/office/officeart/2005/8/layout/hierarchy6"/>
    <dgm:cxn modelId="{C6EBBB43-2599-7644-B074-6C149DA95ACB}" type="presOf" srcId="{7AEADBE0-5396-8447-B2D8-05E5E1FB2177}" destId="{5CA3E793-37F5-BE43-92F4-953C94A3DCF8}" srcOrd="0" destOrd="0" presId="urn:microsoft.com/office/officeart/2005/8/layout/hierarchy6"/>
    <dgm:cxn modelId="{273EE371-D070-6146-BE40-68FFAAE576A0}" type="presOf" srcId="{55F8FE5C-9947-8647-86EE-47C0D706CE24}" destId="{E864642B-F76D-A14C-9317-EC9DFD2E1A73}" srcOrd="0" destOrd="0" presId="urn:microsoft.com/office/officeart/2005/8/layout/hierarchy6"/>
    <dgm:cxn modelId="{58996377-9918-AA4E-8096-E0A6B4BB1690}" type="presOf" srcId="{E90031F4-A61E-844A-B6F0-15897536B4C8}" destId="{47F9CC11-E655-5743-92CA-2C71A1A9F4CA}" srcOrd="0" destOrd="0" presId="urn:microsoft.com/office/officeart/2005/8/layout/hierarchy6"/>
    <dgm:cxn modelId="{B624CF7B-033A-0D43-B8C2-64BC5E38FBE6}" type="presOf" srcId="{B3AD00BB-26EA-2D48-B4AD-AD950EE27313}" destId="{1F1C06E9-BE51-4745-83EE-2DFCD84089A5}" srcOrd="0" destOrd="0" presId="urn:microsoft.com/office/officeart/2005/8/layout/hierarchy6"/>
    <dgm:cxn modelId="{654F2D7D-5C84-5D4D-9080-41553CC1BF11}" type="presOf" srcId="{FBA9CBAE-E892-CF44-9F6E-ED958DA79FEC}" destId="{5C8E6E9E-7252-4840-903B-248F48BEB2D8}" srcOrd="0" destOrd="0" presId="urn:microsoft.com/office/officeart/2005/8/layout/hierarchy6"/>
    <dgm:cxn modelId="{222CD482-DB38-074B-AA47-4A53BF173B5F}" type="presOf" srcId="{C8B4A0E8-0B80-BA4F-B570-A5BBD190BE04}" destId="{130B929B-2BD3-6041-B84B-FBB010E24B26}" srcOrd="0" destOrd="0" presId="urn:microsoft.com/office/officeart/2005/8/layout/hierarchy6"/>
    <dgm:cxn modelId="{062DD4AD-BED9-894B-A75C-00242D3E6BEA}" srcId="{6E84422C-9CD1-B642-BDA4-593C8EA4A56E}" destId="{23F7315A-DED1-924D-8E0A-FFA04C3B56B1}" srcOrd="1" destOrd="0" parTransId="{7AEADBE0-5396-8447-B2D8-05E5E1FB2177}" sibTransId="{BE3AF6D2-C684-E04D-BE69-47D727085741}"/>
    <dgm:cxn modelId="{5C3993B2-1806-8D45-8637-E92479354A0A}" type="presOf" srcId="{E4F434FC-1DD4-DC40-A32B-BDB775520004}" destId="{45FE334B-89A9-324A-B24B-924CAB99614B}" srcOrd="0" destOrd="0" presId="urn:microsoft.com/office/officeart/2005/8/layout/hierarchy6"/>
    <dgm:cxn modelId="{ACD8EEC1-F3E7-6F4E-83F4-88CB7A19CB3F}" srcId="{E0F5A4DA-39ED-B747-9E7F-81E9344F1617}" destId="{6E84422C-9CD1-B642-BDA4-593C8EA4A56E}" srcOrd="0" destOrd="0" parTransId="{5A77B288-EB3C-564A-9AA5-901EAAC72591}" sibTransId="{F3824F31-74E2-5041-9E0B-3BDA2FA6437A}"/>
    <dgm:cxn modelId="{0D18C1C7-923C-2D4A-91FA-641CB99BAB69}" srcId="{6E84422C-9CD1-B642-BDA4-593C8EA4A56E}" destId="{E90031F4-A61E-844A-B6F0-15897536B4C8}" srcOrd="0" destOrd="0" parTransId="{F0B8556B-9DAC-A240-9E76-DF36DB86C400}" sibTransId="{7079894B-0752-7148-B080-994155F498C4}"/>
    <dgm:cxn modelId="{C7923AC9-3B67-A847-A1B6-653E95A7B30E}" type="presOf" srcId="{23F7315A-DED1-924D-8E0A-FFA04C3B56B1}" destId="{999896B3-F378-9541-84EC-AA104CAC4E88}" srcOrd="0" destOrd="0" presId="urn:microsoft.com/office/officeart/2005/8/layout/hierarchy6"/>
    <dgm:cxn modelId="{0E06F2E1-AEC5-474A-A0C3-EBF2F8D8344F}" type="presOf" srcId="{57DADA41-3B91-9949-9BD9-8714957235BD}" destId="{C9AFA849-2037-6449-B6DC-8A3BFCD945B8}" srcOrd="0" destOrd="0" presId="urn:microsoft.com/office/officeart/2005/8/layout/hierarchy6"/>
    <dgm:cxn modelId="{692766E6-BCDB-8B4B-86A7-215BBB8C82A1}" srcId="{23F7315A-DED1-924D-8E0A-FFA04C3B56B1}" destId="{0E3CA6B2-2790-0949-B70C-F2A437B478B7}" srcOrd="0" destOrd="0" parTransId="{55F8FE5C-9947-8647-86EE-47C0D706CE24}" sibTransId="{4C75B528-F50B-0243-B762-4C1C30278253}"/>
    <dgm:cxn modelId="{243384F3-169C-B64D-BCC8-4BE74424DC54}" type="presOf" srcId="{6E84422C-9CD1-B642-BDA4-593C8EA4A56E}" destId="{C2C0D74F-CCA4-CD41-9373-6718F19081E3}" srcOrd="0" destOrd="0" presId="urn:microsoft.com/office/officeart/2005/8/layout/hierarchy6"/>
    <dgm:cxn modelId="{686013F5-7CBE-4146-AB4D-C91EBC9CE19B}" srcId="{E90031F4-A61E-844A-B6F0-15897536B4C8}" destId="{FBA9CBAE-E892-CF44-9F6E-ED958DA79FEC}" srcOrd="1" destOrd="0" parTransId="{E4F434FC-1DD4-DC40-A32B-BDB775520004}" sibTransId="{BF8315E0-96E3-9C4F-B976-086D6CD7FDA6}"/>
    <dgm:cxn modelId="{9CD90DF7-6CD4-834C-A92D-520999A955F6}" srcId="{23F7315A-DED1-924D-8E0A-FFA04C3B56B1}" destId="{B3AD00BB-26EA-2D48-B4AD-AD950EE27313}" srcOrd="1" destOrd="0" parTransId="{57DADA41-3B91-9949-9BD9-8714957235BD}" sibTransId="{6FA63BD2-ACA8-9148-AEFC-03FF797B061A}"/>
    <dgm:cxn modelId="{77868DF8-703B-F84B-A65B-F69BF684D275}" type="presOf" srcId="{3B6771EB-8C94-C84C-BED9-D054A085B4A3}" destId="{6C5D019D-C451-9D4B-915A-0FE51543E08F}" srcOrd="0" destOrd="0" presId="urn:microsoft.com/office/officeart/2005/8/layout/hierarchy6"/>
    <dgm:cxn modelId="{235DDCF9-1C9C-234C-80B1-8BECE234696C}" srcId="{E90031F4-A61E-844A-B6F0-15897536B4C8}" destId="{C8B4A0E8-0B80-BA4F-B570-A5BBD190BE04}" srcOrd="0" destOrd="0" parTransId="{3B6771EB-8C94-C84C-BED9-D054A085B4A3}" sibTransId="{9AB46461-C1A2-4E4E-B6B4-34193B5A571E}"/>
    <dgm:cxn modelId="{161E2A26-AE6C-2D4F-9A45-0F49D94625A5}" type="presParOf" srcId="{A213D89C-DA35-614D-9614-91156601582E}" destId="{CC298C5E-01F4-2C41-8839-E9706E90E809}" srcOrd="0" destOrd="0" presId="urn:microsoft.com/office/officeart/2005/8/layout/hierarchy6"/>
    <dgm:cxn modelId="{5740C19E-9265-7C4A-974C-30C1874CFB24}" type="presParOf" srcId="{CC298C5E-01F4-2C41-8839-E9706E90E809}" destId="{E0A0039D-F013-C24F-BDBE-678C9C24235A}" srcOrd="0" destOrd="0" presId="urn:microsoft.com/office/officeart/2005/8/layout/hierarchy6"/>
    <dgm:cxn modelId="{41E5A4CB-0E41-EF40-998E-AF420A9B7D67}" type="presParOf" srcId="{E0A0039D-F013-C24F-BDBE-678C9C24235A}" destId="{359BE79D-C908-6949-8AAF-7426E94240AC}" srcOrd="0" destOrd="0" presId="urn:microsoft.com/office/officeart/2005/8/layout/hierarchy6"/>
    <dgm:cxn modelId="{C90F5B88-B9B4-A846-BA84-8E400517DE52}" type="presParOf" srcId="{359BE79D-C908-6949-8AAF-7426E94240AC}" destId="{C2C0D74F-CCA4-CD41-9373-6718F19081E3}" srcOrd="0" destOrd="0" presId="urn:microsoft.com/office/officeart/2005/8/layout/hierarchy6"/>
    <dgm:cxn modelId="{B7B2C003-A32E-8D49-A702-6DB6D85A2E69}" type="presParOf" srcId="{359BE79D-C908-6949-8AAF-7426E94240AC}" destId="{2EC5187B-8FD9-3745-ADF9-07F9D49281EA}" srcOrd="1" destOrd="0" presId="urn:microsoft.com/office/officeart/2005/8/layout/hierarchy6"/>
    <dgm:cxn modelId="{80CE87EC-8FD9-9942-B739-7084DBF4F3F7}" type="presParOf" srcId="{2EC5187B-8FD9-3745-ADF9-07F9D49281EA}" destId="{23330C21-B970-3547-93B3-CCEB3670651A}" srcOrd="0" destOrd="0" presId="urn:microsoft.com/office/officeart/2005/8/layout/hierarchy6"/>
    <dgm:cxn modelId="{974FB57D-CE13-914E-83E1-41F37C07F8AC}" type="presParOf" srcId="{2EC5187B-8FD9-3745-ADF9-07F9D49281EA}" destId="{D8D54711-FDE7-CD4B-8A66-0D31F0F1F03D}" srcOrd="1" destOrd="0" presId="urn:microsoft.com/office/officeart/2005/8/layout/hierarchy6"/>
    <dgm:cxn modelId="{CF2A3AA8-8740-3F49-92B3-F9D8D161F38B}" type="presParOf" srcId="{D8D54711-FDE7-CD4B-8A66-0D31F0F1F03D}" destId="{47F9CC11-E655-5743-92CA-2C71A1A9F4CA}" srcOrd="0" destOrd="0" presId="urn:microsoft.com/office/officeart/2005/8/layout/hierarchy6"/>
    <dgm:cxn modelId="{7A424838-B0B6-8D4D-89D7-2B58921BB3F9}" type="presParOf" srcId="{D8D54711-FDE7-CD4B-8A66-0D31F0F1F03D}" destId="{14BBCD42-CAA7-7740-8CCA-F595F82C18BF}" srcOrd="1" destOrd="0" presId="urn:microsoft.com/office/officeart/2005/8/layout/hierarchy6"/>
    <dgm:cxn modelId="{9B0D18D3-9252-5D4C-B379-3E0CB5F6E8CF}" type="presParOf" srcId="{14BBCD42-CAA7-7740-8CCA-F595F82C18BF}" destId="{6C5D019D-C451-9D4B-915A-0FE51543E08F}" srcOrd="0" destOrd="0" presId="urn:microsoft.com/office/officeart/2005/8/layout/hierarchy6"/>
    <dgm:cxn modelId="{7AEFCBBB-0D7B-6141-B435-4C6EC340BCB1}" type="presParOf" srcId="{14BBCD42-CAA7-7740-8CCA-F595F82C18BF}" destId="{E0C450D2-BACB-814C-A1C5-CC089097CCA7}" srcOrd="1" destOrd="0" presId="urn:microsoft.com/office/officeart/2005/8/layout/hierarchy6"/>
    <dgm:cxn modelId="{A9717B9D-0554-9545-AE44-1D78BFB08B94}" type="presParOf" srcId="{E0C450D2-BACB-814C-A1C5-CC089097CCA7}" destId="{130B929B-2BD3-6041-B84B-FBB010E24B26}" srcOrd="0" destOrd="0" presId="urn:microsoft.com/office/officeart/2005/8/layout/hierarchy6"/>
    <dgm:cxn modelId="{7720CDE4-DF97-1643-99BD-03F96BD5EBCE}" type="presParOf" srcId="{E0C450D2-BACB-814C-A1C5-CC089097CCA7}" destId="{929A33E6-468B-F74C-A840-D164E9ADB5D7}" srcOrd="1" destOrd="0" presId="urn:microsoft.com/office/officeart/2005/8/layout/hierarchy6"/>
    <dgm:cxn modelId="{3B6432D7-D4E1-E840-A134-5D409723AC81}" type="presParOf" srcId="{14BBCD42-CAA7-7740-8CCA-F595F82C18BF}" destId="{45FE334B-89A9-324A-B24B-924CAB99614B}" srcOrd="2" destOrd="0" presId="urn:microsoft.com/office/officeart/2005/8/layout/hierarchy6"/>
    <dgm:cxn modelId="{621DE069-2791-5243-9890-DDA22F505D2F}" type="presParOf" srcId="{14BBCD42-CAA7-7740-8CCA-F595F82C18BF}" destId="{CD0EE3A9-9B83-0A43-AF2B-177B73F56305}" srcOrd="3" destOrd="0" presId="urn:microsoft.com/office/officeart/2005/8/layout/hierarchy6"/>
    <dgm:cxn modelId="{EF5CB50C-8864-B541-94A8-48BB5D15CB3C}" type="presParOf" srcId="{CD0EE3A9-9B83-0A43-AF2B-177B73F56305}" destId="{5C8E6E9E-7252-4840-903B-248F48BEB2D8}" srcOrd="0" destOrd="0" presId="urn:microsoft.com/office/officeart/2005/8/layout/hierarchy6"/>
    <dgm:cxn modelId="{3E678FE1-A211-DD41-9D5E-693C516E85B1}" type="presParOf" srcId="{CD0EE3A9-9B83-0A43-AF2B-177B73F56305}" destId="{33480DD0-0FF0-2643-979E-EFAD2D9798A2}" srcOrd="1" destOrd="0" presId="urn:microsoft.com/office/officeart/2005/8/layout/hierarchy6"/>
    <dgm:cxn modelId="{F9317E5D-B8A3-DF48-BB1B-8004E005C6D1}" type="presParOf" srcId="{2EC5187B-8FD9-3745-ADF9-07F9D49281EA}" destId="{5CA3E793-37F5-BE43-92F4-953C94A3DCF8}" srcOrd="2" destOrd="0" presId="urn:microsoft.com/office/officeart/2005/8/layout/hierarchy6"/>
    <dgm:cxn modelId="{2582CEAE-D408-1E44-B74E-3C29E905BA89}" type="presParOf" srcId="{2EC5187B-8FD9-3745-ADF9-07F9D49281EA}" destId="{386DA9EF-056A-6048-B077-4876AAFB43EE}" srcOrd="3" destOrd="0" presId="urn:microsoft.com/office/officeart/2005/8/layout/hierarchy6"/>
    <dgm:cxn modelId="{D18DBFDB-B02D-0A4D-9F6B-D2F63A7A47C1}" type="presParOf" srcId="{386DA9EF-056A-6048-B077-4876AAFB43EE}" destId="{999896B3-F378-9541-84EC-AA104CAC4E88}" srcOrd="0" destOrd="0" presId="urn:microsoft.com/office/officeart/2005/8/layout/hierarchy6"/>
    <dgm:cxn modelId="{30D2D93B-3D17-4841-9F9A-E0C74655965F}" type="presParOf" srcId="{386DA9EF-056A-6048-B077-4876AAFB43EE}" destId="{8312CEE2-CA2E-8840-9946-4DE96754E386}" srcOrd="1" destOrd="0" presId="urn:microsoft.com/office/officeart/2005/8/layout/hierarchy6"/>
    <dgm:cxn modelId="{572C81ED-1ED7-EF40-A77A-E182701F231E}" type="presParOf" srcId="{8312CEE2-CA2E-8840-9946-4DE96754E386}" destId="{E864642B-F76D-A14C-9317-EC9DFD2E1A73}" srcOrd="0" destOrd="0" presId="urn:microsoft.com/office/officeart/2005/8/layout/hierarchy6"/>
    <dgm:cxn modelId="{8414B0BD-1E24-1443-A530-D262EB318F23}" type="presParOf" srcId="{8312CEE2-CA2E-8840-9946-4DE96754E386}" destId="{F47A846C-CFBD-C743-9DF3-C7901339CD15}" srcOrd="1" destOrd="0" presId="urn:microsoft.com/office/officeart/2005/8/layout/hierarchy6"/>
    <dgm:cxn modelId="{885E7126-5CE9-744C-9297-92E399FB8C16}" type="presParOf" srcId="{F47A846C-CFBD-C743-9DF3-C7901339CD15}" destId="{D0C18F99-72A2-1D4D-AB11-8F13AAB5B95A}" srcOrd="0" destOrd="0" presId="urn:microsoft.com/office/officeart/2005/8/layout/hierarchy6"/>
    <dgm:cxn modelId="{7F19DF0B-B9A3-5C40-B550-B230CD319FB8}" type="presParOf" srcId="{F47A846C-CFBD-C743-9DF3-C7901339CD15}" destId="{BF0F75A0-B37F-0748-8BC5-1E94649A9E62}" srcOrd="1" destOrd="0" presId="urn:microsoft.com/office/officeart/2005/8/layout/hierarchy6"/>
    <dgm:cxn modelId="{71FD6FD3-7D8E-2D46-9795-BF5CFF2768BF}" type="presParOf" srcId="{8312CEE2-CA2E-8840-9946-4DE96754E386}" destId="{C9AFA849-2037-6449-B6DC-8A3BFCD945B8}" srcOrd="2" destOrd="0" presId="urn:microsoft.com/office/officeart/2005/8/layout/hierarchy6"/>
    <dgm:cxn modelId="{4F7625F6-36E9-614F-BC26-E6992081F6C4}" type="presParOf" srcId="{8312CEE2-CA2E-8840-9946-4DE96754E386}" destId="{D7F8613C-6EBE-794B-835F-81C3B4315C72}" srcOrd="3" destOrd="0" presId="urn:microsoft.com/office/officeart/2005/8/layout/hierarchy6"/>
    <dgm:cxn modelId="{E4A67606-3659-614A-A924-1B4587B8A4AF}" type="presParOf" srcId="{D7F8613C-6EBE-794B-835F-81C3B4315C72}" destId="{1F1C06E9-BE51-4745-83EE-2DFCD84089A5}" srcOrd="0" destOrd="0" presId="urn:microsoft.com/office/officeart/2005/8/layout/hierarchy6"/>
    <dgm:cxn modelId="{6E557C07-F85E-754B-816D-BC08C99B5556}" type="presParOf" srcId="{D7F8613C-6EBE-794B-835F-81C3B4315C72}" destId="{8E9584E0-DA0F-5544-8349-F66E775D3E5A}" srcOrd="1" destOrd="0" presId="urn:microsoft.com/office/officeart/2005/8/layout/hierarchy6"/>
    <dgm:cxn modelId="{A206AD5F-C2CF-264D-B171-E9D2DEBECBB6}" type="presParOf" srcId="{A213D89C-DA35-614D-9614-91156601582E}" destId="{A8A3E43B-91F0-284E-BBDD-BE8846C9FD5B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0D74F-CCA4-CD41-9373-6718F19081E3}">
      <dsp:nvSpPr>
        <dsp:cNvPr id="0" name=""/>
        <dsp:cNvSpPr/>
      </dsp:nvSpPr>
      <dsp:spPr>
        <a:xfrm>
          <a:off x="1928704" y="446"/>
          <a:ext cx="684110" cy="4560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Tier I</a:t>
          </a:r>
        </a:p>
      </dsp:txBody>
      <dsp:txXfrm>
        <a:off x="1942062" y="13804"/>
        <a:ext cx="657394" cy="429357"/>
      </dsp:txXfrm>
    </dsp:sp>
    <dsp:sp modelId="{23330C21-B970-3547-93B3-CCEB3670651A}">
      <dsp:nvSpPr>
        <dsp:cNvPr id="0" name=""/>
        <dsp:cNvSpPr/>
      </dsp:nvSpPr>
      <dsp:spPr>
        <a:xfrm>
          <a:off x="1381415" y="456520"/>
          <a:ext cx="889344" cy="182429"/>
        </a:xfrm>
        <a:custGeom>
          <a:avLst/>
          <a:gdLst/>
          <a:ahLst/>
          <a:cxnLst/>
          <a:rect l="0" t="0" r="0" b="0"/>
          <a:pathLst>
            <a:path>
              <a:moveTo>
                <a:pt x="889344" y="0"/>
              </a:moveTo>
              <a:lnTo>
                <a:pt x="889344" y="91214"/>
              </a:lnTo>
              <a:lnTo>
                <a:pt x="0" y="91214"/>
              </a:lnTo>
              <a:lnTo>
                <a:pt x="0" y="1824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F9CC11-E655-5743-92CA-2C71A1A9F4CA}">
      <dsp:nvSpPr>
        <dsp:cNvPr id="0" name=""/>
        <dsp:cNvSpPr/>
      </dsp:nvSpPr>
      <dsp:spPr>
        <a:xfrm>
          <a:off x="1039360" y="638949"/>
          <a:ext cx="684110" cy="4560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Tier 2</a:t>
          </a:r>
        </a:p>
      </dsp:txBody>
      <dsp:txXfrm>
        <a:off x="1052718" y="652307"/>
        <a:ext cx="657394" cy="429357"/>
      </dsp:txXfrm>
    </dsp:sp>
    <dsp:sp modelId="{6C5D019D-C451-9D4B-915A-0FE51543E08F}">
      <dsp:nvSpPr>
        <dsp:cNvPr id="0" name=""/>
        <dsp:cNvSpPr/>
      </dsp:nvSpPr>
      <dsp:spPr>
        <a:xfrm>
          <a:off x="936743" y="1095023"/>
          <a:ext cx="444672" cy="182429"/>
        </a:xfrm>
        <a:custGeom>
          <a:avLst/>
          <a:gdLst/>
          <a:ahLst/>
          <a:cxnLst/>
          <a:rect l="0" t="0" r="0" b="0"/>
          <a:pathLst>
            <a:path>
              <a:moveTo>
                <a:pt x="444672" y="0"/>
              </a:moveTo>
              <a:lnTo>
                <a:pt x="444672" y="91214"/>
              </a:lnTo>
              <a:lnTo>
                <a:pt x="0" y="91214"/>
              </a:lnTo>
              <a:lnTo>
                <a:pt x="0" y="1824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0B929B-2BD3-6041-B84B-FBB010E24B26}">
      <dsp:nvSpPr>
        <dsp:cNvPr id="0" name=""/>
        <dsp:cNvSpPr/>
      </dsp:nvSpPr>
      <dsp:spPr>
        <a:xfrm>
          <a:off x="594688" y="1277452"/>
          <a:ext cx="684110" cy="4560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Tier 3</a:t>
          </a:r>
        </a:p>
      </dsp:txBody>
      <dsp:txXfrm>
        <a:off x="608046" y="1290810"/>
        <a:ext cx="657394" cy="429357"/>
      </dsp:txXfrm>
    </dsp:sp>
    <dsp:sp modelId="{45FE334B-89A9-324A-B24B-924CAB99614B}">
      <dsp:nvSpPr>
        <dsp:cNvPr id="0" name=""/>
        <dsp:cNvSpPr/>
      </dsp:nvSpPr>
      <dsp:spPr>
        <a:xfrm>
          <a:off x="1381415" y="1095023"/>
          <a:ext cx="429430" cy="1824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214"/>
              </a:lnTo>
              <a:lnTo>
                <a:pt x="429430" y="91214"/>
              </a:lnTo>
              <a:lnTo>
                <a:pt x="429430" y="1824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8E6E9E-7252-4840-903B-248F48BEB2D8}">
      <dsp:nvSpPr>
        <dsp:cNvPr id="0" name=""/>
        <dsp:cNvSpPr/>
      </dsp:nvSpPr>
      <dsp:spPr>
        <a:xfrm>
          <a:off x="1468790" y="1277452"/>
          <a:ext cx="684110" cy="4560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Tier 3</a:t>
          </a:r>
        </a:p>
      </dsp:txBody>
      <dsp:txXfrm>
        <a:off x="1482148" y="1290810"/>
        <a:ext cx="657394" cy="429357"/>
      </dsp:txXfrm>
    </dsp:sp>
    <dsp:sp modelId="{5CA3E793-37F5-BE43-92F4-953C94A3DCF8}">
      <dsp:nvSpPr>
        <dsp:cNvPr id="0" name=""/>
        <dsp:cNvSpPr/>
      </dsp:nvSpPr>
      <dsp:spPr>
        <a:xfrm>
          <a:off x="2270760" y="456520"/>
          <a:ext cx="889344" cy="1824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214"/>
              </a:lnTo>
              <a:lnTo>
                <a:pt x="889344" y="91214"/>
              </a:lnTo>
              <a:lnTo>
                <a:pt x="889344" y="1824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9896B3-F378-9541-84EC-AA104CAC4E88}">
      <dsp:nvSpPr>
        <dsp:cNvPr id="0" name=""/>
        <dsp:cNvSpPr/>
      </dsp:nvSpPr>
      <dsp:spPr>
        <a:xfrm>
          <a:off x="2818048" y="638949"/>
          <a:ext cx="684110" cy="4560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Tier 2</a:t>
          </a:r>
        </a:p>
      </dsp:txBody>
      <dsp:txXfrm>
        <a:off x="2831406" y="652307"/>
        <a:ext cx="657394" cy="429357"/>
      </dsp:txXfrm>
    </dsp:sp>
    <dsp:sp modelId="{E864642B-F76D-A14C-9317-EC9DFD2E1A73}">
      <dsp:nvSpPr>
        <dsp:cNvPr id="0" name=""/>
        <dsp:cNvSpPr/>
      </dsp:nvSpPr>
      <dsp:spPr>
        <a:xfrm>
          <a:off x="2715432" y="1095023"/>
          <a:ext cx="444672" cy="182429"/>
        </a:xfrm>
        <a:custGeom>
          <a:avLst/>
          <a:gdLst/>
          <a:ahLst/>
          <a:cxnLst/>
          <a:rect l="0" t="0" r="0" b="0"/>
          <a:pathLst>
            <a:path>
              <a:moveTo>
                <a:pt x="444672" y="0"/>
              </a:moveTo>
              <a:lnTo>
                <a:pt x="444672" y="91214"/>
              </a:lnTo>
              <a:lnTo>
                <a:pt x="0" y="91214"/>
              </a:lnTo>
              <a:lnTo>
                <a:pt x="0" y="1824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C18F99-72A2-1D4D-AB11-8F13AAB5B95A}">
      <dsp:nvSpPr>
        <dsp:cNvPr id="0" name=""/>
        <dsp:cNvSpPr/>
      </dsp:nvSpPr>
      <dsp:spPr>
        <a:xfrm>
          <a:off x="2373376" y="1277452"/>
          <a:ext cx="684110" cy="4560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Tier 3</a:t>
          </a:r>
        </a:p>
      </dsp:txBody>
      <dsp:txXfrm>
        <a:off x="2386734" y="1290810"/>
        <a:ext cx="657394" cy="429357"/>
      </dsp:txXfrm>
    </dsp:sp>
    <dsp:sp modelId="{C9AFA849-2037-6449-B6DC-8A3BFCD945B8}">
      <dsp:nvSpPr>
        <dsp:cNvPr id="0" name=""/>
        <dsp:cNvSpPr/>
      </dsp:nvSpPr>
      <dsp:spPr>
        <a:xfrm>
          <a:off x="3160104" y="1095023"/>
          <a:ext cx="444672" cy="1824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214"/>
              </a:lnTo>
              <a:lnTo>
                <a:pt x="444672" y="91214"/>
              </a:lnTo>
              <a:lnTo>
                <a:pt x="444672" y="1824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1C06E9-BE51-4745-83EE-2DFCD84089A5}">
      <dsp:nvSpPr>
        <dsp:cNvPr id="0" name=""/>
        <dsp:cNvSpPr/>
      </dsp:nvSpPr>
      <dsp:spPr>
        <a:xfrm>
          <a:off x="3262720" y="1277452"/>
          <a:ext cx="684110" cy="4560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Tier 3</a:t>
          </a:r>
        </a:p>
      </dsp:txBody>
      <dsp:txXfrm>
        <a:off x="3276078" y="1290810"/>
        <a:ext cx="657394" cy="4293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B8FB2-069D-954B-BF8A-F9E7BEC73568}" type="datetimeFigureOut">
              <a:rPr lang="en-US" smtClean="0"/>
              <a:t>11/4/24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230C0-0137-9F42-83D6-320C9D448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10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230C0-0137-9F42-83D6-320C9D448DC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7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230C0-0137-9F42-83D6-320C9D448DC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79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0ECE-1BEC-07B7-5617-F3D4DEF5E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F009C-26A7-F7CE-7FF3-C0C613AA5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0746E-5CD5-6FC2-81A8-7BBDF367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D8715-D925-0C77-14FA-7C5E497E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6319F-844B-89E6-1189-DF363B15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7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0B5A-52C1-C3EA-8640-CA80CF4A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DFAB-8127-3777-48AD-A1D6A00F5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E857C-8286-90AF-B7DF-0C30D6EA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C3C48-AF04-39C1-5BA2-207BC207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11E45-A882-A595-BA36-FE48B357D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7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D388-32D3-1D90-A027-7603DCAEA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2C304-E8B4-E9BF-7034-D756B0D4C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A00E1-8BAA-E51E-B019-4DDFB45A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EDB8C-9C84-1E15-31FF-7CA85FF9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A6DD6-9161-85A2-8D43-A6683ED7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A2DA-4B3C-1190-CE9F-57BAB3E5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E6406-9FA4-F08B-B843-7AEEA5A21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A372F-CB7E-5833-9059-35818851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8769E-0781-8256-A392-EBFDD368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A504E-D5D7-7717-EA4C-8AE0D3A6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4C201-203A-9EDD-A4E8-EF4A636F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3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ACB1-2922-A762-1E04-EB8465EB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5514-0879-EDFE-EA3F-22269183B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8DE5B-160A-64DE-1243-BDDDD3B9F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18939-FCBB-61A8-AA23-7756A9039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7AD9EC-A5EE-F3A5-7C17-2509F4DF9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CE8CB0-D683-43AC-E708-A0CC0A38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945662-5A29-539E-DB39-E55BE8893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9CBDC-C225-A989-56EE-135DB814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3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9C18-8FF5-2F84-C5E8-6FC5C079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84E70-FE92-988D-0A4B-8F541DBB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5302B-3A9C-BFF2-7786-E49E5947E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8A344-75C7-60F1-FD99-4136BD89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9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2A967C-713A-781E-0A69-6303272D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06CB5-56F4-9018-E412-67A2D7002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A8703-3F40-E455-FA05-217E169D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FA12-3DD0-00B8-CEC1-E2E52C4E4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ED4F9-6980-6B83-4966-E2E459286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F4895-7E43-C04E-BB8E-71BB5A202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528BD-7172-3BB6-D93F-C6F83337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BF481-8240-3EC1-8DDE-A8311657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2333D-1004-0A60-67AD-7AAE9D7D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18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12BE-28EB-7FED-3BD4-941C3D33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3487D4-365D-680D-A48A-F45128322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4015E-F538-6945-AB42-223FA3634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CFD3A-6354-A7D8-C446-10034AC2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E6137-D514-3443-99A3-DCAEC6B1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BE3AE-C142-4FD2-6EEF-4D534CBD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3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78CC-30C0-AAE1-3F5F-F1D64133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7A6A0-D6F9-E816-6077-B31E75DE3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096D4-5AD4-9F31-80F2-C938CC3A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EEFE0-7D02-00CD-5D3F-0E0545A2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06886-45D8-0065-BEC5-DBFBD5C1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5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0A606-08CF-6CEC-BFD4-6DC4991D3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5E272-506F-CE5C-90AE-C2AE7435F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9B275-C49A-4475-418C-8F0C02FA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78DE-F201-A690-170B-BE6FE9CE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6EBE7-45FE-0321-140A-83345F0C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4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D86CA-D871-CA09-9E60-94F0F94B0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7A598-045B-84F8-6151-77FE1F0C8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E6C2E-6A26-70A3-5A1F-F4BFE52A5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93DAD-483B-7143-A36B-E723FAE795BE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2CC35-AC60-A21B-9DDE-737C87DF0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6D285-3CE1-1660-10EA-B59C64477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CE40F-D474-D347-9A08-2C4F3068A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109D-9912-AC9B-01B0-CDE8A52FBD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Hierarchy</a:t>
            </a:r>
            <a:br>
              <a:rPr lang="en-US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D132D-CDCE-6E06-37D3-DDD0C29D3B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101</a:t>
            </a:r>
          </a:p>
        </p:txBody>
      </p:sp>
    </p:spTree>
    <p:extLst>
      <p:ext uri="{BB962C8B-B14F-4D97-AF65-F5344CB8AC3E}">
        <p14:creationId xmlns:p14="http://schemas.microsoft.com/office/powerpoint/2010/main" val="328828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71F15-8B1C-9E00-534B-68FB48A62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2237" y="1411543"/>
            <a:ext cx="3943443" cy="3450017"/>
          </a:xfrm>
        </p:spPr>
        <p:txBody>
          <a:bodyPr/>
          <a:lstStyle/>
          <a:p>
            <a:r>
              <a:rPr lang="en-US" dirty="0"/>
              <a:t>In computer science, hierarchy refers to the arrangement of system components or elements in a structured order.</a:t>
            </a:r>
          </a:p>
        </p:txBody>
      </p:sp>
      <p:pic>
        <p:nvPicPr>
          <p:cNvPr id="9" name="Picture 8" descr="A screenshot of the dictionary definition of the word hierarchy&#10;&#10;">
            <a:extLst>
              <a:ext uri="{FF2B5EF4-FFF2-40B4-BE49-F238E27FC236}">
                <a16:creationId xmlns:a16="http://schemas.microsoft.com/office/drawing/2014/main" id="{E8955E71-949D-0519-CA31-48099A1E3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07" y="487680"/>
            <a:ext cx="6242521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96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98AD-81E8-3BBA-6943-5441A2A9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of Computer Science related Hierarchies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4486C-2067-79FC-1FFB-3F1BC5DF1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File System Hierarchy:  </a:t>
            </a:r>
            <a:r>
              <a:rPr lang="en-US" dirty="0"/>
              <a:t>Organization of files and directories</a:t>
            </a:r>
          </a:p>
          <a:p>
            <a:r>
              <a:rPr lang="en-US" b="1" dirty="0"/>
              <a:t>Class Hierarchy: </a:t>
            </a:r>
            <a:r>
              <a:rPr lang="en-US" dirty="0"/>
              <a:t>in object-oriented programming, the relationship between base class and derived class</a:t>
            </a:r>
          </a:p>
          <a:p>
            <a:r>
              <a:rPr lang="en-US" b="1" dirty="0"/>
              <a:t>Networking Hierarchy: </a:t>
            </a:r>
            <a:r>
              <a:rPr lang="en-US" dirty="0"/>
              <a:t>Structure of networks and subnetworks</a:t>
            </a:r>
          </a:p>
          <a:p>
            <a:r>
              <a:rPr lang="en-US" b="1" dirty="0"/>
              <a:t>DNS Resolution Hierarchy: </a:t>
            </a:r>
            <a:r>
              <a:rPr lang="en-US" dirty="0"/>
              <a:t>Resolving domain names</a:t>
            </a:r>
          </a:p>
          <a:p>
            <a:r>
              <a:rPr lang="en-US" b="1" dirty="0"/>
              <a:t>Memory Hierarchy: </a:t>
            </a:r>
            <a:r>
              <a:rPr lang="en-US" dirty="0"/>
              <a:t>Arrangement of storage in terms of speed and size</a:t>
            </a:r>
          </a:p>
        </p:txBody>
      </p:sp>
    </p:spTree>
    <p:extLst>
      <p:ext uri="{BB962C8B-B14F-4D97-AF65-F5344CB8AC3E}">
        <p14:creationId xmlns:p14="http://schemas.microsoft.com/office/powerpoint/2010/main" val="340921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079F-4130-966C-794D-EA6A7C74A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Hierarchy</a:t>
            </a:r>
          </a:p>
        </p:txBody>
      </p:sp>
    </p:spTree>
    <p:extLst>
      <p:ext uri="{BB962C8B-B14F-4D97-AF65-F5344CB8AC3E}">
        <p14:creationId xmlns:p14="http://schemas.microsoft.com/office/powerpoint/2010/main" val="290100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5AFD3-D348-6281-C2B0-932CAA8D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 (logical structure)</a:t>
            </a:r>
          </a:p>
          <a:p>
            <a:r>
              <a:rPr lang="en-US" dirty="0"/>
              <a:t>Categorization (logical structure)</a:t>
            </a:r>
          </a:p>
          <a:p>
            <a:r>
              <a:rPr lang="en-US" dirty="0"/>
              <a:t>Reduced search time</a:t>
            </a:r>
          </a:p>
          <a:p>
            <a:r>
              <a:rPr lang="en-US" dirty="0"/>
              <a:t>Simplified maintenance </a:t>
            </a:r>
          </a:p>
          <a:p>
            <a:r>
              <a:rPr lang="en-US" dirty="0"/>
              <a:t>Improved security</a:t>
            </a:r>
          </a:p>
          <a:p>
            <a:r>
              <a:rPr lang="en-US" dirty="0"/>
              <a:t>Scalability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86CDDF-A770-DD4A-8C6A-5DECD36AD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Benefits of File System Hierarchy:</a:t>
            </a:r>
          </a:p>
        </p:txBody>
      </p:sp>
    </p:spTree>
    <p:extLst>
      <p:ext uri="{BB962C8B-B14F-4D97-AF65-F5344CB8AC3E}">
        <p14:creationId xmlns:p14="http://schemas.microsoft.com/office/powerpoint/2010/main" val="291524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A8DA-283C-60E8-077F-E71863C2F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19" y="127492"/>
            <a:ext cx="10515600" cy="1325563"/>
          </a:xfrm>
        </p:spPr>
        <p:txBody>
          <a:bodyPr/>
          <a:lstStyle/>
          <a:p>
            <a:r>
              <a:rPr lang="en-US" dirty="0"/>
              <a:t>File System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876AD-7921-2099-33DD-331D935B4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702" y="1253331"/>
            <a:ext cx="440419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Typical file system tree structure</a:t>
            </a:r>
          </a:p>
          <a:p>
            <a:pPr lvl="1"/>
            <a:r>
              <a:rPr lang="en-US" dirty="0"/>
              <a:t>Root</a:t>
            </a:r>
          </a:p>
          <a:p>
            <a:pPr lvl="1"/>
            <a:r>
              <a:rPr lang="en-US" dirty="0"/>
              <a:t>Parent</a:t>
            </a:r>
          </a:p>
          <a:p>
            <a:pPr lvl="1"/>
            <a:r>
              <a:rPr lang="en-US" dirty="0"/>
              <a:t>Child</a:t>
            </a:r>
          </a:p>
          <a:p>
            <a:pPr lvl="1"/>
            <a:r>
              <a:rPr lang="en-US" dirty="0"/>
              <a:t>Sibling directories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400" dirty="0"/>
              <a:t>Left: side by side comparison Windows, Linux, and Mac file structure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B2498-712E-C322-E0E8-8F59CF38E0D1}"/>
              </a:ext>
            </a:extLst>
          </p:cNvPr>
          <p:cNvSpPr txBox="1"/>
          <p:nvPr/>
        </p:nvSpPr>
        <p:spPr>
          <a:xfrm>
            <a:off x="5771056" y="231837"/>
            <a:ext cx="115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Windows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6353BA7-0BF4-A817-2317-8043B7752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607" y="627866"/>
            <a:ext cx="1887870" cy="5072992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5F85CDDB-130D-CC6A-7673-641D1A6A3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39" y="627866"/>
            <a:ext cx="1745879" cy="5664819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C8198C3F-CF0F-1CB8-11F3-96133534D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383" y="627866"/>
            <a:ext cx="2770449" cy="60139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ACC8FD-44DF-3E47-09B7-303DD6236632}"/>
              </a:ext>
            </a:extLst>
          </p:cNvPr>
          <p:cNvSpPr txBox="1"/>
          <p:nvPr/>
        </p:nvSpPr>
        <p:spPr>
          <a:xfrm>
            <a:off x="8310662" y="241931"/>
            <a:ext cx="115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723696-D04C-9215-70EB-AB12ED19FE97}"/>
              </a:ext>
            </a:extLst>
          </p:cNvPr>
          <p:cNvSpPr txBox="1"/>
          <p:nvPr/>
        </p:nvSpPr>
        <p:spPr>
          <a:xfrm>
            <a:off x="10772591" y="231837"/>
            <a:ext cx="115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</a:t>
            </a:r>
          </a:p>
        </p:txBody>
      </p:sp>
    </p:spTree>
    <p:extLst>
      <p:ext uri="{BB962C8B-B14F-4D97-AF65-F5344CB8AC3E}">
        <p14:creationId xmlns:p14="http://schemas.microsoft.com/office/powerpoint/2010/main" val="364170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D16D-09EF-F952-FAAC-91CE5BD46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Navigation: Command 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8B07CE-FDC5-4B08-B5A6-D4F20B459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469507"/>
              </p:ext>
            </p:extLst>
          </p:nvPr>
        </p:nvGraphicFramePr>
        <p:xfrm>
          <a:off x="838200" y="1825625"/>
          <a:ext cx="105156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924301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140421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00007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 / Linux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57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List contents of current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427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Change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 &lt;</a:t>
                      </a:r>
                      <a:r>
                        <a:rPr lang="en-US" dirty="0" err="1"/>
                        <a:t>dir</a:t>
                      </a:r>
                      <a:r>
                        <a:rPr lang="en-US" dirty="0"/>
                        <a:t> name&gt;, cd.., cd\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cd, cd .., cd 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627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Create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 &lt;</a:t>
                      </a:r>
                      <a:r>
                        <a:rPr lang="en-US" dirty="0" err="1"/>
                        <a:t>dir</a:t>
                      </a:r>
                      <a:r>
                        <a:rPr lang="en-US" dirty="0"/>
                        <a:t> 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mkdir</a:t>
                      </a:r>
                      <a:r>
                        <a:rPr lang="en-US" dirty="0"/>
                        <a:t> &lt;</a:t>
                      </a:r>
                      <a:r>
                        <a:rPr lang="en-US" dirty="0" err="1"/>
                        <a:t>dir</a:t>
                      </a:r>
                      <a:r>
                        <a:rPr lang="en-US" dirty="0"/>
                        <a:t> name&gt;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759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rd</a:t>
                      </a:r>
                      <a:r>
                        <a:rPr lang="en-US" dirty="0"/>
                        <a:t> &lt;</a:t>
                      </a:r>
                      <a:r>
                        <a:rPr lang="en-US" dirty="0" err="1"/>
                        <a:t>dir</a:t>
                      </a:r>
                      <a:r>
                        <a:rPr lang="en-US" dirty="0"/>
                        <a:t> 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–r &lt;</a:t>
                      </a:r>
                      <a:r>
                        <a:rPr lang="en-US" dirty="0" err="1"/>
                        <a:t>dir</a:t>
                      </a:r>
                      <a:r>
                        <a:rPr lang="en-US" dirty="0"/>
                        <a:t> name&gt;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40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Delete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 &lt;</a:t>
                      </a:r>
                      <a:r>
                        <a:rPr lang="en-US" dirty="0" err="1"/>
                        <a:t>file.txt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&lt;</a:t>
                      </a:r>
                      <a:r>
                        <a:rPr lang="en-US" dirty="0" err="1"/>
                        <a:t>file.txt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72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Copy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&lt;</a:t>
                      </a:r>
                      <a:r>
                        <a:rPr lang="en-US" dirty="0" err="1"/>
                        <a:t>file.txt</a:t>
                      </a:r>
                      <a:r>
                        <a:rPr lang="en-US" dirty="0"/>
                        <a:t>&gt;  C:\</a:t>
                      </a:r>
                      <a:r>
                        <a:rPr lang="en-US" dirty="0" err="1"/>
                        <a:t>NewFolder</a:t>
                      </a:r>
                      <a:r>
                        <a:rPr lang="en-US" dirty="0"/>
                        <a:t>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 &lt;</a:t>
                      </a:r>
                      <a:r>
                        <a:rPr lang="en-US" dirty="0" err="1"/>
                        <a:t>file.txt</a:t>
                      </a:r>
                      <a:r>
                        <a:rPr lang="en-US" dirty="0"/>
                        <a:t>&gt; &lt;/new folder&gt;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60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Copy files AND directories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xcopy</a:t>
                      </a:r>
                      <a:r>
                        <a:rPr lang="en-US" dirty="0"/>
                        <a:t> &lt;source&gt; &lt;destination&gt; /s 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 –r &lt;source&gt; &lt;target&gt;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30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Display </a:t>
                      </a:r>
                      <a:r>
                        <a:rPr lang="en-US" dirty="0" err="1"/>
                        <a:t>dir</a:t>
                      </a:r>
                      <a:r>
                        <a:rPr lang="en-US" dirty="0"/>
                        <a:t>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26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dir</a:t>
                      </a:r>
                      <a:r>
                        <a:rPr lang="en-US" dirty="0"/>
                        <a:t> /s /b *.txt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. –name “</a:t>
                      </a:r>
                      <a:r>
                        <a:rPr lang="en-US" dirty="0" err="1"/>
                        <a:t>file.txt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21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167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B333-1FF8-0704-1FAE-2DA5B27F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Working from Terminal or Command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C371-E45B-E1E8-39F1-40C7C377E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a text file </a:t>
            </a:r>
            <a:r>
              <a:rPr lang="en-US" dirty="0"/>
              <a:t>or document and save </a:t>
            </a:r>
            <a:r>
              <a:rPr lang="en-US" dirty="0" err="1"/>
              <a:t>termTestDoc.txt</a:t>
            </a:r>
            <a:r>
              <a:rPr lang="en-US" dirty="0"/>
              <a:t> on your desktop (remember the name!)</a:t>
            </a:r>
            <a:br>
              <a:rPr lang="en-US" dirty="0"/>
            </a:br>
            <a:r>
              <a:rPr lang="en-US" dirty="0"/>
              <a:t>next:</a:t>
            </a:r>
          </a:p>
          <a:p>
            <a:r>
              <a:rPr lang="en-US" b="1" dirty="0"/>
              <a:t>Open Command Prompt/Terminal</a:t>
            </a:r>
          </a:p>
          <a:p>
            <a:r>
              <a:rPr lang="en-US" b="1" dirty="0"/>
              <a:t>Using the CLI:</a:t>
            </a:r>
          </a:p>
          <a:p>
            <a:pPr lvl="1"/>
            <a:r>
              <a:rPr lang="en-US" b="1" dirty="0"/>
              <a:t>Display</a:t>
            </a:r>
            <a:r>
              <a:rPr lang="en-US" dirty="0"/>
              <a:t> contents of </a:t>
            </a:r>
            <a:r>
              <a:rPr lang="en-US" b="1" dirty="0"/>
              <a:t>current directory</a:t>
            </a:r>
          </a:p>
          <a:p>
            <a:pPr lvl="1"/>
            <a:r>
              <a:rPr lang="en-US" b="1" dirty="0"/>
              <a:t>Create new folder </a:t>
            </a:r>
            <a:r>
              <a:rPr lang="en-US" dirty="0"/>
              <a:t>in your documents called </a:t>
            </a:r>
            <a:r>
              <a:rPr lang="en-US" b="1" dirty="0" err="1"/>
              <a:t>termTestFolder</a:t>
            </a:r>
            <a:endParaRPr lang="en-US" b="1" dirty="0"/>
          </a:p>
          <a:p>
            <a:pPr lvl="1"/>
            <a:r>
              <a:rPr lang="en-US" b="1" dirty="0"/>
              <a:t>Navigate to desktop</a:t>
            </a:r>
            <a:r>
              <a:rPr lang="en-US" dirty="0"/>
              <a:t>, and </a:t>
            </a:r>
          </a:p>
          <a:p>
            <a:pPr lvl="1"/>
            <a:r>
              <a:rPr lang="en-US" b="1" dirty="0"/>
              <a:t>Copy </a:t>
            </a:r>
            <a:r>
              <a:rPr lang="en-US" b="1" dirty="0" err="1"/>
              <a:t>termTestDoc.txt</a:t>
            </a:r>
            <a:r>
              <a:rPr lang="en-US" b="1" dirty="0"/>
              <a:t> </a:t>
            </a:r>
            <a:r>
              <a:rPr lang="en-US" dirty="0"/>
              <a:t>to your </a:t>
            </a:r>
            <a:r>
              <a:rPr lang="en-US" dirty="0" err="1"/>
              <a:t>termTestFolder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7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E730-775B-5D27-051E-B73624AF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Hierarchy (OOP)</a:t>
            </a:r>
          </a:p>
        </p:txBody>
      </p:sp>
    </p:spTree>
    <p:extLst>
      <p:ext uri="{BB962C8B-B14F-4D97-AF65-F5344CB8AC3E}">
        <p14:creationId xmlns:p14="http://schemas.microsoft.com/office/powerpoint/2010/main" val="226235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4B6B-E586-21F0-3794-97466011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Hierarchy in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C097C-4302-6877-1F8E-9F3EE0EDD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32" y="1489959"/>
            <a:ext cx="10758668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Object-Oriented Programming (OOP): </a:t>
            </a:r>
            <a:r>
              <a:rPr lang="en-US" dirty="0"/>
              <a:t>“objects” represent data, and methods manipulate data. </a:t>
            </a:r>
          </a:p>
          <a:p>
            <a:r>
              <a:rPr lang="en-US" dirty="0"/>
              <a:t>Two</a:t>
            </a:r>
            <a:r>
              <a:rPr lang="en-US" b="1" dirty="0"/>
              <a:t> </a:t>
            </a:r>
            <a:r>
              <a:rPr lang="en-US" dirty="0"/>
              <a:t>key concepts used in Class hierarchy:</a:t>
            </a:r>
          </a:p>
          <a:p>
            <a:pPr lvl="1"/>
            <a:r>
              <a:rPr lang="en-US" b="1" dirty="0"/>
              <a:t>Inheritance</a:t>
            </a:r>
            <a:r>
              <a:rPr lang="en-US" dirty="0"/>
              <a:t>:  One class (child or derived class) inherits properties or methods from another class (parent or base class)</a:t>
            </a:r>
          </a:p>
          <a:p>
            <a:pPr lvl="1"/>
            <a:r>
              <a:rPr lang="en-US" b="1" dirty="0"/>
              <a:t>Polymorphism:</a:t>
            </a:r>
            <a:r>
              <a:rPr lang="en-US" dirty="0"/>
              <a:t> Allows methods in different classes to have the same name but behave</a:t>
            </a:r>
          </a:p>
          <a:p>
            <a:r>
              <a:rPr lang="en-US" dirty="0"/>
              <a:t>Benefits: </a:t>
            </a:r>
          </a:p>
          <a:p>
            <a:pPr lvl="1"/>
            <a:r>
              <a:rPr lang="en-US" dirty="0"/>
              <a:t>code reusability</a:t>
            </a:r>
          </a:p>
          <a:p>
            <a:pPr lvl="1"/>
            <a:r>
              <a:rPr lang="en-US" dirty="0"/>
              <a:t>modularity, and </a:t>
            </a:r>
          </a:p>
          <a:p>
            <a:pPr lvl="1"/>
            <a:r>
              <a:rPr lang="en-US" dirty="0"/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3870257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4796-AF74-664E-77F6-875965EE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Inheritance:</a:t>
            </a:r>
          </a:p>
        </p:txBody>
      </p:sp>
      <p:pic>
        <p:nvPicPr>
          <p:cNvPr id="5" name="Content Placeholder 4" descr="A computer screen with text and images&#10;&#10;Description automatically generated">
            <a:extLst>
              <a:ext uri="{FF2B5EF4-FFF2-40B4-BE49-F238E27FC236}">
                <a16:creationId xmlns:a16="http://schemas.microsoft.com/office/drawing/2014/main" id="{2D8643B9-C75D-2DBE-1D95-E3286A35F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950" y="1690688"/>
            <a:ext cx="530205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113766-32F6-DAB4-12A6-2907A506E866}"/>
              </a:ext>
            </a:extLst>
          </p:cNvPr>
          <p:cNvSpPr txBox="1"/>
          <p:nvPr/>
        </p:nvSpPr>
        <p:spPr>
          <a:xfrm>
            <a:off x="6455884" y="1690688"/>
            <a:ext cx="53020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Animal</a:t>
            </a:r>
            <a:r>
              <a:rPr lang="en-US" sz="2800" dirty="0"/>
              <a:t> is the </a:t>
            </a:r>
            <a:r>
              <a:rPr lang="en-US" sz="2800" i="1" dirty="0"/>
              <a:t>base class (parent class)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Dog</a:t>
            </a:r>
            <a:r>
              <a:rPr lang="en-US" sz="2800" dirty="0"/>
              <a:t> and </a:t>
            </a:r>
            <a:r>
              <a:rPr lang="en-US" sz="2800" b="1" dirty="0"/>
              <a:t>Cat</a:t>
            </a:r>
            <a:r>
              <a:rPr lang="en-US" sz="2800" dirty="0"/>
              <a:t> are derived from animal (</a:t>
            </a:r>
            <a:r>
              <a:rPr lang="en-US" sz="2800" i="1" dirty="0"/>
              <a:t>child class, derived class</a:t>
            </a:r>
            <a:r>
              <a:rPr lang="en-US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Both </a:t>
            </a:r>
            <a:r>
              <a:rPr lang="en-US" sz="2800" b="1" dirty="0"/>
              <a:t>Dog</a:t>
            </a:r>
            <a:r>
              <a:rPr lang="en-US" sz="2800" dirty="0"/>
              <a:t> and </a:t>
            </a:r>
            <a:r>
              <a:rPr lang="en-US" sz="2800" b="1" dirty="0"/>
              <a:t>Cat</a:t>
            </a:r>
            <a:r>
              <a:rPr lang="en-US" sz="2800" dirty="0"/>
              <a:t> have their own implementation (</a:t>
            </a:r>
            <a:r>
              <a:rPr lang="en-US" sz="2800" i="1" dirty="0"/>
              <a:t>inheritance</a:t>
            </a:r>
            <a:r>
              <a:rPr lang="en-US" sz="2800" dirty="0"/>
              <a:t>) of the speak method</a:t>
            </a:r>
          </a:p>
        </p:txBody>
      </p:sp>
    </p:spTree>
    <p:extLst>
      <p:ext uri="{BB962C8B-B14F-4D97-AF65-F5344CB8AC3E}">
        <p14:creationId xmlns:p14="http://schemas.microsoft.com/office/powerpoint/2010/main" val="1240300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4796-AF74-664E-77F6-875965EE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Polymorphism: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113766-32F6-DAB4-12A6-2907A506E866}"/>
              </a:ext>
            </a:extLst>
          </p:cNvPr>
          <p:cNvSpPr txBox="1"/>
          <p:nvPr/>
        </p:nvSpPr>
        <p:spPr>
          <a:xfrm>
            <a:off x="6455884" y="2065863"/>
            <a:ext cx="53020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animal_speak</a:t>
            </a:r>
            <a:r>
              <a:rPr lang="en-US" sz="2800" b="1" dirty="0"/>
              <a:t> </a:t>
            </a:r>
            <a:r>
              <a:rPr lang="en-US" sz="2800" dirty="0"/>
              <a:t> function demonstrates polymorphism. It takes any animal class object (Dog, Cat) and calls the speak method.</a:t>
            </a:r>
            <a:endParaRPr lang="en-US" sz="2800" i="1" dirty="0"/>
          </a:p>
        </p:txBody>
      </p:sp>
      <p:pic>
        <p:nvPicPr>
          <p:cNvPr id="8" name="Content Placeholder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63DFE6B-05D9-8696-765A-FE0C908C7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841045"/>
            <a:ext cx="5613400" cy="2641600"/>
          </a:xfrm>
        </p:spPr>
      </p:pic>
    </p:spTree>
    <p:extLst>
      <p:ext uri="{BB962C8B-B14F-4D97-AF65-F5344CB8AC3E}">
        <p14:creationId xmlns:p14="http://schemas.microsoft.com/office/powerpoint/2010/main" val="1677176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4796-AF74-664E-77F6-875965EE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Hierarchy Structure and Benefits: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113766-32F6-DAB4-12A6-2907A506E866}"/>
              </a:ext>
            </a:extLst>
          </p:cNvPr>
          <p:cNvSpPr txBox="1"/>
          <p:nvPr/>
        </p:nvSpPr>
        <p:spPr>
          <a:xfrm>
            <a:off x="4663212" y="1533465"/>
            <a:ext cx="696559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Code Reusability:</a:t>
            </a:r>
            <a:r>
              <a:rPr lang="en-US" sz="2400" dirty="0"/>
              <a:t> Inherited classes can use code already defined in base class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Extensibility: </a:t>
            </a:r>
            <a:r>
              <a:rPr lang="en-US" sz="2400" dirty="0"/>
              <a:t>new functionalities can be added to existing class hierarchy w/out modifying existing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Maintenance: </a:t>
            </a:r>
            <a:r>
              <a:rPr lang="en-US" sz="2400" dirty="0"/>
              <a:t>Easier to maintain and update code since changes in base class are propagated to derived classes.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Polymorphic behavior: </a:t>
            </a:r>
            <a:r>
              <a:rPr lang="en-US" sz="2400" dirty="0"/>
              <a:t>supports flexible and reusable code by allowing objects to be processed differently depending on their data type or class </a:t>
            </a:r>
            <a:endParaRPr lang="en-US" sz="2400" i="1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2400" b="1" i="1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2800" i="1" dirty="0"/>
          </a:p>
        </p:txBody>
      </p:sp>
      <p:pic>
        <p:nvPicPr>
          <p:cNvPr id="7" name="Content Placeholder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56EA455-E4EF-B558-FB17-5C6A969CC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691" y="1899632"/>
            <a:ext cx="3035300" cy="2413000"/>
          </a:xfrm>
        </p:spPr>
      </p:pic>
    </p:spTree>
    <p:extLst>
      <p:ext uri="{BB962C8B-B14F-4D97-AF65-F5344CB8AC3E}">
        <p14:creationId xmlns:p14="http://schemas.microsoft.com/office/powerpoint/2010/main" val="3278616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7F70-7DEE-7D04-C129-1D7567AF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Infrastructure Hierarchy*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CD2684-0F32-5DD5-77D9-97B5F4F8A371}"/>
              </a:ext>
            </a:extLst>
          </p:cNvPr>
          <p:cNvSpPr txBox="1"/>
          <p:nvPr/>
        </p:nvSpPr>
        <p:spPr>
          <a:xfrm>
            <a:off x="4286992" y="6308209"/>
            <a:ext cx="7731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*We’ll take a closer look at the history of the OSI and TCP/IP model next class</a:t>
            </a:r>
          </a:p>
        </p:txBody>
      </p:sp>
    </p:spTree>
    <p:extLst>
      <p:ext uri="{BB962C8B-B14F-4D97-AF65-F5344CB8AC3E}">
        <p14:creationId xmlns:p14="http://schemas.microsoft.com/office/powerpoint/2010/main" val="259555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D6BA-620B-6856-491E-A7E055C0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Infrastructure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728D5-B4DA-B692-177D-0FF41DBE3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Networks can be divided (based on size) into WANs, MANs, and LANs.</a:t>
            </a:r>
          </a:p>
          <a:p>
            <a:r>
              <a:rPr lang="en-US" dirty="0"/>
              <a:t>Infrastructure of WANs:</a:t>
            </a:r>
          </a:p>
          <a:p>
            <a:pPr lvl="1"/>
            <a:r>
              <a:rPr lang="en-US" dirty="0"/>
              <a:t>Tier I Networks – The backbone of the Internet.  Large (Global) ISPs) that connect directly with each other through private peering agreements and public peering points.  </a:t>
            </a:r>
          </a:p>
          <a:p>
            <a:r>
              <a:rPr lang="en-US" dirty="0"/>
              <a:t>Importance for managing large-scale networks</a:t>
            </a:r>
          </a:p>
        </p:txBody>
      </p:sp>
    </p:spTree>
    <p:extLst>
      <p:ext uri="{BB962C8B-B14F-4D97-AF65-F5344CB8AC3E}">
        <p14:creationId xmlns:p14="http://schemas.microsoft.com/office/powerpoint/2010/main" val="944863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F1DB-49AB-0A78-9D20-A3DCCEE3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1 Networks.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0A5C3-CAAD-64C9-4E99-125E8318D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Description:  </a:t>
            </a:r>
            <a:r>
              <a:rPr lang="en-US" sz="2200" dirty="0"/>
              <a:t>Core Layer.  Backbone networks of the Internet. Large Global ISPs that connect directly with each other through private peering agreements and public peering points.  Arrangement offers redundancy, reliability, and performance. 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AT&amp;T</a:t>
            </a:r>
          </a:p>
          <a:p>
            <a:pPr lvl="1"/>
            <a:r>
              <a:rPr lang="en-US" dirty="0"/>
              <a:t>Verizon,</a:t>
            </a:r>
          </a:p>
          <a:p>
            <a:pPr lvl="1"/>
            <a:r>
              <a:rPr lang="en-US" dirty="0"/>
              <a:t>CenturyLink,</a:t>
            </a:r>
          </a:p>
          <a:p>
            <a:pPr lvl="1"/>
            <a:r>
              <a:rPr lang="en-US" dirty="0"/>
              <a:t>NTT Communication</a:t>
            </a:r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No cost for data exchange with other Tier 1 Networks</a:t>
            </a:r>
          </a:p>
          <a:p>
            <a:pPr lvl="1"/>
            <a:r>
              <a:rPr lang="en-US" dirty="0"/>
              <a:t>Provide global routing information</a:t>
            </a:r>
          </a:p>
          <a:p>
            <a:pPr lvl="1"/>
            <a:r>
              <a:rPr lang="en-US" dirty="0"/>
              <a:t>High-speed data transfer</a:t>
            </a:r>
          </a:p>
          <a:p>
            <a:pPr lvl="1"/>
            <a:r>
              <a:rPr lang="en-US" dirty="0"/>
              <a:t>Form core of the Internet’s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401627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F1DB-49AB-0A78-9D20-A3DCCEE3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2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0A5C3-CAAD-64C9-4E99-125E8318D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Description:  </a:t>
            </a:r>
            <a:r>
              <a:rPr lang="en-US" sz="2200" dirty="0"/>
              <a:t>Distribution layer. Used to connect one or more Tier I networks and Tier 2 networks. They pay Tier 1 networks for access to broader internet, but have peering agreements with other Tier 2 networks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Comcast</a:t>
            </a:r>
          </a:p>
          <a:p>
            <a:pPr lvl="1"/>
            <a:r>
              <a:rPr lang="en-US" dirty="0"/>
              <a:t>British Telecom,</a:t>
            </a:r>
          </a:p>
          <a:p>
            <a:pPr lvl="1"/>
            <a:r>
              <a:rPr lang="en-US" dirty="0"/>
              <a:t>Vodafone,</a:t>
            </a:r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Regional or national coverage</a:t>
            </a:r>
          </a:p>
          <a:p>
            <a:pPr lvl="1"/>
            <a:r>
              <a:rPr lang="en-US" dirty="0"/>
              <a:t>Aggregation of traffic from multiple access points</a:t>
            </a:r>
          </a:p>
          <a:p>
            <a:pPr lvl="1"/>
            <a:r>
              <a:rPr lang="en-US" dirty="0"/>
              <a:t>May engage in peering  and transit agreements to reduce costs and improve</a:t>
            </a:r>
          </a:p>
        </p:txBody>
      </p:sp>
    </p:spTree>
    <p:extLst>
      <p:ext uri="{BB962C8B-B14F-4D97-AF65-F5344CB8AC3E}">
        <p14:creationId xmlns:p14="http://schemas.microsoft.com/office/powerpoint/2010/main" val="3075441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F1DB-49AB-0A78-9D20-A3DCCEE3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 3 Networks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0A5C3-CAAD-64C9-4E99-125E8318D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Description:  </a:t>
            </a:r>
            <a:r>
              <a:rPr lang="en-US" sz="2200" dirty="0"/>
              <a:t>Access Layer. Local ISPs that provide Internet access to end users (homes and businesses), they connect to Tier 2 or Tier 1 networks to access broader Internet.</a:t>
            </a:r>
          </a:p>
          <a:p>
            <a:r>
              <a:rPr lang="en-US" dirty="0"/>
              <a:t>Example (small regional providers):</a:t>
            </a:r>
          </a:p>
          <a:p>
            <a:pPr lvl="1"/>
            <a:r>
              <a:rPr lang="en-US" dirty="0"/>
              <a:t>Sonic</a:t>
            </a:r>
          </a:p>
          <a:p>
            <a:pPr lvl="1"/>
            <a:r>
              <a:rPr lang="en-US" dirty="0"/>
              <a:t>Frontier</a:t>
            </a:r>
          </a:p>
          <a:p>
            <a:pPr lvl="1"/>
            <a:r>
              <a:rPr lang="en-US" dirty="0"/>
              <a:t>Mediacom</a:t>
            </a:r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Focus on the last mile connectivity</a:t>
            </a:r>
          </a:p>
          <a:p>
            <a:pPr lvl="1"/>
            <a:r>
              <a:rPr lang="en-US" dirty="0"/>
              <a:t>Provide DSL, Cable Internet, Fiber</a:t>
            </a:r>
          </a:p>
        </p:txBody>
      </p:sp>
    </p:spTree>
    <p:extLst>
      <p:ext uri="{BB962C8B-B14F-4D97-AF65-F5344CB8AC3E}">
        <p14:creationId xmlns:p14="http://schemas.microsoft.com/office/powerpoint/2010/main" val="876683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72A8-CB3B-A481-A40A-143A27CA6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in Hierarchical Internet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97C8-D376-42B1-11AF-14AD6CE09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79" y="1401878"/>
            <a:ext cx="5595681" cy="51996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End User to Access Layer</a:t>
            </a:r>
            <a:r>
              <a:rPr lang="en-US" sz="1600" dirty="0"/>
              <a:t>: End users connect to their local ISP (Tier 3) through various technologies like DSL, cable, fiber, or wireless. This ISP handles the initial data transmission.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Access Layer to Distribution Layer</a:t>
            </a:r>
            <a:r>
              <a:rPr lang="en-US" sz="1600" dirty="0"/>
              <a:t>: The local ISP aggregates user traffic and forwards it to a Tier 2 network, which provides regional or national connectivity. The Tier 2 network manages data routing between multiple ISPs and the core layer.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Distribution Layer to Core Layer</a:t>
            </a:r>
            <a:r>
              <a:rPr lang="en-US" sz="1600" dirty="0"/>
              <a:t>: The Tier 2 network forwards data to a Tier 1 network when it needs to be routed globally. The core layer handles high-speed data transfer across international borders and major regions.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Core Layer to Distribution Layer</a:t>
            </a:r>
            <a:r>
              <a:rPr lang="en-US" sz="1600" dirty="0"/>
              <a:t>: Once data reaches the appropriate region or country, it is handed off from a Tier 1 network to a Tier 2 network for further routing within the region.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Distribution Layer to Access Layer</a:t>
            </a:r>
            <a:r>
              <a:rPr lang="en-US" sz="1600" dirty="0"/>
              <a:t>: The Tier 2 network forwards data to the relevant Tier 3 networks, which then deliver it to the end users.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9F47067-E948-576F-1445-F71942312A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6016964"/>
              </p:ext>
            </p:extLst>
          </p:nvPr>
        </p:nvGraphicFramePr>
        <p:xfrm>
          <a:off x="7013001" y="2562013"/>
          <a:ext cx="4541520" cy="1733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8560B7-33F0-0606-13C1-7D6B28562988}"/>
              </a:ext>
            </a:extLst>
          </p:cNvPr>
          <p:cNvCxnSpPr/>
          <p:nvPr/>
        </p:nvCxnSpPr>
        <p:spPr>
          <a:xfrm flipV="1">
            <a:off x="7345680" y="1905000"/>
            <a:ext cx="0" cy="2390986"/>
          </a:xfrm>
          <a:prstGeom prst="straightConnector1">
            <a:avLst/>
          </a:prstGeom>
          <a:ln w="698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8DD4BC-736F-02C7-E105-1E63008A00C9}"/>
              </a:ext>
            </a:extLst>
          </p:cNvPr>
          <p:cNvCxnSpPr/>
          <p:nvPr/>
        </p:nvCxnSpPr>
        <p:spPr>
          <a:xfrm flipV="1">
            <a:off x="11338560" y="1905000"/>
            <a:ext cx="0" cy="2390986"/>
          </a:xfrm>
          <a:prstGeom prst="straightConnector1">
            <a:avLst/>
          </a:prstGeom>
          <a:ln w="69850">
            <a:solidFill>
              <a:srgbClr val="C0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4DADC4-188A-9596-5FF8-891C0E4AAF09}"/>
              </a:ext>
            </a:extLst>
          </p:cNvPr>
          <p:cNvCxnSpPr>
            <a:cxnSpLocks/>
          </p:cNvCxnSpPr>
          <p:nvPr/>
        </p:nvCxnSpPr>
        <p:spPr>
          <a:xfrm>
            <a:off x="7498080" y="1905000"/>
            <a:ext cx="3688080" cy="0"/>
          </a:xfrm>
          <a:prstGeom prst="straightConnector1">
            <a:avLst/>
          </a:prstGeom>
          <a:ln w="698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713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7D93-CA48-E0C2-4F9D-F30E5181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(DNS)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0BB2E-F685-19A8-7686-DE0D33398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32560"/>
            <a:ext cx="7574280" cy="4846320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4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D0D4B5-D9B3-C81E-0E77-D4D5D4A36572}"/>
              </a:ext>
            </a:extLst>
          </p:cNvPr>
          <p:cNvSpPr txBox="1"/>
          <p:nvPr/>
        </p:nvSpPr>
        <p:spPr>
          <a:xfrm>
            <a:off x="3230880" y="2743200"/>
            <a:ext cx="414523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</a:t>
            </a:r>
            <a:r>
              <a:rPr lang="en-US" dirty="0" err="1"/>
              <a:t>Chuck@PartnersForCommunity.org</a:t>
            </a:r>
            <a:endParaRPr lang="en-US" dirty="0"/>
          </a:p>
          <a:p>
            <a:endParaRPr lang="en-US" dirty="0"/>
          </a:p>
          <a:p>
            <a:r>
              <a:rPr lang="en-US" dirty="0"/>
              <a:t>Specific                                                   General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Charles Charleston</a:t>
            </a:r>
          </a:p>
          <a:p>
            <a:r>
              <a:rPr lang="en-US" dirty="0"/>
              <a:t>Partners For Community</a:t>
            </a:r>
          </a:p>
          <a:p>
            <a:r>
              <a:rPr lang="en-US" dirty="0"/>
              <a:t>1666 Main Street</a:t>
            </a:r>
          </a:p>
          <a:p>
            <a:r>
              <a:rPr lang="en-US" dirty="0"/>
              <a:t>Springfield, MA  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2CC0DE-164D-04BA-2574-65BE8D5594A8}"/>
              </a:ext>
            </a:extLst>
          </p:cNvPr>
          <p:cNvSpPr txBox="1"/>
          <p:nvPr/>
        </p:nvSpPr>
        <p:spPr>
          <a:xfrm>
            <a:off x="1813560" y="4128194"/>
            <a:ext cx="9877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General</a:t>
            </a:r>
          </a:p>
        </p:txBody>
      </p:sp>
      <p:sp>
        <p:nvSpPr>
          <p:cNvPr id="17" name="Up Arrow 16">
            <a:extLst>
              <a:ext uri="{FF2B5EF4-FFF2-40B4-BE49-F238E27FC236}">
                <a16:creationId xmlns:a16="http://schemas.microsoft.com/office/drawing/2014/main" id="{A59D328B-E375-C248-F9CA-54DF08B05C5F}"/>
              </a:ext>
            </a:extLst>
          </p:cNvPr>
          <p:cNvSpPr/>
          <p:nvPr/>
        </p:nvSpPr>
        <p:spPr>
          <a:xfrm>
            <a:off x="2162686" y="4469278"/>
            <a:ext cx="289517" cy="5181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8F262984-8F23-838F-35A5-C7EFC235D648}"/>
              </a:ext>
            </a:extLst>
          </p:cNvPr>
          <p:cNvSpPr/>
          <p:nvPr/>
        </p:nvSpPr>
        <p:spPr>
          <a:xfrm>
            <a:off x="4270988" y="3329940"/>
            <a:ext cx="1973580" cy="28956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02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03D58D-CBA5-DF4A-6206-EC1AEE2F8FD7}"/>
              </a:ext>
            </a:extLst>
          </p:cNvPr>
          <p:cNvSpPr txBox="1"/>
          <p:nvPr/>
        </p:nvSpPr>
        <p:spPr>
          <a:xfrm>
            <a:off x="9409979" y="1870894"/>
            <a:ext cx="64152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High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17D93-CA48-E0C2-4F9D-F30E5181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(DNS)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0BB2E-F685-19A8-7686-DE0D33398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32560"/>
            <a:ext cx="7574280" cy="48463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Sending computer sends DNS query</a:t>
            </a:r>
          </a:p>
          <a:p>
            <a:r>
              <a:rPr lang="en-US" dirty="0"/>
              <a:t>Local DNS Resolver (Caching DNS server) replies or sends query to Recursive Resolver</a:t>
            </a:r>
          </a:p>
          <a:p>
            <a:r>
              <a:rPr lang="en-US" dirty="0"/>
              <a:t>Recursive DNS Resolver: (recursive)</a:t>
            </a:r>
          </a:p>
          <a:p>
            <a:pPr lvl="1"/>
            <a:r>
              <a:rPr lang="en-US" dirty="0"/>
              <a:t>Queries Root Name Server for TDL</a:t>
            </a:r>
          </a:p>
          <a:p>
            <a:pPr lvl="1"/>
            <a:r>
              <a:rPr lang="en-US" dirty="0"/>
              <a:t>Queries return Top-Level Domain Servers returns Authoritative Name Server found)</a:t>
            </a:r>
          </a:p>
          <a:p>
            <a:pPr lvl="1"/>
            <a:r>
              <a:rPr lang="en-US" dirty="0"/>
              <a:t>Queries Authoritative Name Server</a:t>
            </a:r>
          </a:p>
          <a:p>
            <a:pPr lvl="1"/>
            <a:r>
              <a:rPr lang="en-US" dirty="0"/>
              <a:t>Returns address to Local DNS Resolver</a:t>
            </a:r>
          </a:p>
          <a:p>
            <a:r>
              <a:rPr lang="en-US" dirty="0"/>
              <a:t>Local DNS Resolver sends address to Sending Computer</a:t>
            </a:r>
          </a:p>
          <a:p>
            <a:r>
              <a:rPr lang="en-US" dirty="0"/>
              <a:t>Sending computer uses returned address as needed</a:t>
            </a:r>
          </a:p>
          <a:p>
            <a:pPr lvl="2"/>
            <a:endParaRPr lang="en-US" dirty="0"/>
          </a:p>
          <a:p>
            <a:pPr lvl="4"/>
            <a:endParaRPr lang="en-US" dirty="0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06139DE8-C0FA-09FF-F377-199B486AD105}"/>
              </a:ext>
            </a:extLst>
          </p:cNvPr>
          <p:cNvSpPr/>
          <p:nvPr/>
        </p:nvSpPr>
        <p:spPr>
          <a:xfrm>
            <a:off x="9624060" y="2209800"/>
            <a:ext cx="213360" cy="7924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B06122D9-360B-180C-EC5F-BA39F5294414}"/>
              </a:ext>
            </a:extLst>
          </p:cNvPr>
          <p:cNvSpPr/>
          <p:nvPr/>
        </p:nvSpPr>
        <p:spPr>
          <a:xfrm flipH="1">
            <a:off x="9624060" y="4285022"/>
            <a:ext cx="213360" cy="7666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171469-6135-7C2A-30DF-38E97CB6B06F}"/>
              </a:ext>
            </a:extLst>
          </p:cNvPr>
          <p:cNvGrpSpPr/>
          <p:nvPr/>
        </p:nvGrpSpPr>
        <p:grpSpPr>
          <a:xfrm>
            <a:off x="9409979" y="3409283"/>
            <a:ext cx="641522" cy="633233"/>
            <a:chOff x="10651318" y="2953942"/>
            <a:chExt cx="702482" cy="97583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C116FF5-E414-9ED5-723A-B7FC101C39F8}"/>
                </a:ext>
              </a:extLst>
            </p:cNvPr>
            <p:cNvSpPr/>
            <p:nvPr/>
          </p:nvSpPr>
          <p:spPr>
            <a:xfrm>
              <a:off x="10774680" y="3169920"/>
              <a:ext cx="457200" cy="5181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4D71385-9181-955C-87FB-CC9BCC5AB6BC}"/>
                </a:ext>
              </a:extLst>
            </p:cNvPr>
            <p:cNvSpPr/>
            <p:nvPr/>
          </p:nvSpPr>
          <p:spPr>
            <a:xfrm>
              <a:off x="10651318" y="3002281"/>
              <a:ext cx="702482" cy="86407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eft Arrow 10">
              <a:extLst>
                <a:ext uri="{FF2B5EF4-FFF2-40B4-BE49-F238E27FC236}">
                  <a16:creationId xmlns:a16="http://schemas.microsoft.com/office/drawing/2014/main" id="{14B82B5E-EE99-6CF2-4BED-59190C8E3FEE}"/>
                </a:ext>
              </a:extLst>
            </p:cNvPr>
            <p:cNvSpPr/>
            <p:nvPr/>
          </p:nvSpPr>
          <p:spPr>
            <a:xfrm>
              <a:off x="10888259" y="3624661"/>
              <a:ext cx="228600" cy="305116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Left Arrow 11">
              <a:extLst>
                <a:ext uri="{FF2B5EF4-FFF2-40B4-BE49-F238E27FC236}">
                  <a16:creationId xmlns:a16="http://schemas.microsoft.com/office/drawing/2014/main" id="{EB558F67-6BBC-EBE6-1170-8CED2C96CE87}"/>
                </a:ext>
              </a:extLst>
            </p:cNvPr>
            <p:cNvSpPr/>
            <p:nvPr/>
          </p:nvSpPr>
          <p:spPr>
            <a:xfrm rot="10800000">
              <a:off x="10888259" y="2953942"/>
              <a:ext cx="228600" cy="305116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10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AC8C-E721-E26C-4411-488B2AFB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</a:t>
            </a:r>
          </a:p>
        </p:txBody>
      </p:sp>
    </p:spTree>
    <p:extLst>
      <p:ext uri="{BB962C8B-B14F-4D97-AF65-F5344CB8AC3E}">
        <p14:creationId xmlns:p14="http://schemas.microsoft.com/office/powerpoint/2010/main" val="2710088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D322-A21D-9618-74EE-A8982607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FFA60-67DB-EF64-2045-30657552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040" y="1691303"/>
            <a:ext cx="912876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Registers </a:t>
            </a:r>
            <a:r>
              <a:rPr lang="en-US" dirty="0"/>
              <a:t>– Inside CPU, </a:t>
            </a:r>
            <a:r>
              <a:rPr lang="en-US" i="1" dirty="0"/>
              <a:t>fastest speed (related to clock speed)</a:t>
            </a:r>
            <a:r>
              <a:rPr lang="en-US" dirty="0"/>
              <a:t>, most expensive (per bit), smallest capacity. Holds data that CPU is currently processing.</a:t>
            </a:r>
          </a:p>
          <a:p>
            <a:r>
              <a:rPr lang="en-US" b="1" dirty="0"/>
              <a:t>Cache memory </a:t>
            </a:r>
            <a:r>
              <a:rPr lang="en-US" dirty="0"/>
              <a:t>– on or near the CPU, </a:t>
            </a:r>
            <a:r>
              <a:rPr lang="en-US" i="1" dirty="0"/>
              <a:t>very fast</a:t>
            </a:r>
            <a:r>
              <a:rPr lang="en-US" dirty="0"/>
              <a:t>, high cost (but less than registers), larger than than register, smaller than main memory. Stores frequently accessed data and instructions.  Reduces CPU fetch time.</a:t>
            </a:r>
          </a:p>
          <a:p>
            <a:pPr lvl="1"/>
            <a:r>
              <a:rPr lang="en-US" dirty="0"/>
              <a:t>L1 Cache smallest and fastest, located on CPU</a:t>
            </a:r>
          </a:p>
          <a:p>
            <a:pPr lvl="1"/>
            <a:r>
              <a:rPr lang="en-US" dirty="0"/>
              <a:t>L2 Cache larger than L1, slightly slower, can be on or near CPU</a:t>
            </a:r>
          </a:p>
          <a:p>
            <a:pPr lvl="1"/>
            <a:r>
              <a:rPr lang="en-US" dirty="0"/>
              <a:t>L3 Cache even larger and slower than L2, SHARED AMONG MULTIPLE CPU CORES</a:t>
            </a:r>
          </a:p>
          <a:p>
            <a:r>
              <a:rPr lang="en-US" b="1" dirty="0"/>
              <a:t>Main Memory </a:t>
            </a:r>
            <a:r>
              <a:rPr lang="en-US" dirty="0"/>
              <a:t>(RAM) – located on motherboard, </a:t>
            </a:r>
            <a:r>
              <a:rPr lang="en-US" i="1" dirty="0"/>
              <a:t>fast</a:t>
            </a:r>
            <a:r>
              <a:rPr lang="en-US" dirty="0"/>
              <a:t>, but slower than cache.  Moderate cost, larger capacity than cache.  Holds the data and instructions that the CPU needs while executing programs.  Volatile.</a:t>
            </a:r>
          </a:p>
          <a:p>
            <a:r>
              <a:rPr lang="en-US" b="1" dirty="0"/>
              <a:t>Secondary storage </a:t>
            </a:r>
            <a:r>
              <a:rPr lang="en-US" dirty="0"/>
              <a:t>– HDDs, SSDs, CDs, Internal or external, slower than RAM, lower cost per bit, much larger than main memory.</a:t>
            </a:r>
          </a:p>
          <a:p>
            <a:r>
              <a:rPr lang="en-US" b="1" dirty="0"/>
              <a:t>Tertiary</a:t>
            </a:r>
            <a:r>
              <a:rPr lang="en-US" dirty="0"/>
              <a:t> – slow, inexpensive, large capacity (tape backup)</a:t>
            </a:r>
          </a:p>
          <a:p>
            <a:r>
              <a:rPr lang="en-US" b="1" dirty="0"/>
              <a:t>Cloud</a:t>
            </a:r>
            <a:r>
              <a:rPr lang="en-US" dirty="0"/>
              <a:t> – variable speed, variable cost, unlimited size.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41CC9-6039-BA37-B052-E13E6F27BB3D}"/>
              </a:ext>
            </a:extLst>
          </p:cNvPr>
          <p:cNvSpPr txBox="1"/>
          <p:nvPr/>
        </p:nvSpPr>
        <p:spPr>
          <a:xfrm>
            <a:off x="763851" y="1631295"/>
            <a:ext cx="135274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Faster / $$$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Slower / $</a:t>
            </a:r>
          </a:p>
        </p:txBody>
      </p:sp>
      <p:sp>
        <p:nvSpPr>
          <p:cNvPr id="6" name="Up-Down Arrow 5">
            <a:extLst>
              <a:ext uri="{FF2B5EF4-FFF2-40B4-BE49-F238E27FC236}">
                <a16:creationId xmlns:a16="http://schemas.microsoft.com/office/drawing/2014/main" id="{007F8BEC-F06B-0C0E-2D60-C3552E6D244B}"/>
              </a:ext>
            </a:extLst>
          </p:cNvPr>
          <p:cNvSpPr/>
          <p:nvPr/>
        </p:nvSpPr>
        <p:spPr>
          <a:xfrm>
            <a:off x="1256459" y="2061508"/>
            <a:ext cx="367526" cy="2906732"/>
          </a:xfrm>
          <a:prstGeom prst="up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41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32B3-7B5C-91B3-39C7-31EC8C54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What’s in your computer?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25F7-5469-9A45-5A15-5766533A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Determine the type and amount of memory, including RAM and cache in your computer system.</a:t>
            </a:r>
          </a:p>
          <a:p>
            <a:pPr lvl="1"/>
            <a:r>
              <a:rPr lang="en-US" dirty="0"/>
              <a:t>Processor?</a:t>
            </a:r>
          </a:p>
          <a:p>
            <a:pPr lvl="1"/>
            <a:r>
              <a:rPr lang="en-US" dirty="0"/>
              <a:t>Cache?</a:t>
            </a:r>
          </a:p>
          <a:p>
            <a:pPr lvl="1"/>
            <a:r>
              <a:rPr lang="en-US" dirty="0"/>
              <a:t>RAM</a:t>
            </a:r>
          </a:p>
          <a:p>
            <a:pPr lvl="1"/>
            <a:r>
              <a:rPr lang="en-US" dirty="0"/>
              <a:t>Storage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it possible/worth upgrading your computer?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12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1436</Words>
  <Application>Microsoft Macintosh PowerPoint</Application>
  <PresentationFormat>Widescreen</PresentationFormat>
  <Paragraphs>209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Hierarchy </vt:lpstr>
      <vt:lpstr>PowerPoint Presentation</vt:lpstr>
      <vt:lpstr>Sample of Computer Science related Hierarchies</vt:lpstr>
      <vt:lpstr>File System Hierarchy</vt:lpstr>
      <vt:lpstr>Benefits of File System Hierarchy:</vt:lpstr>
      <vt:lpstr>File System Hierarchy</vt:lpstr>
      <vt:lpstr>File System Navigation: Command Line</vt:lpstr>
      <vt:lpstr>Exercise 1: Working from Terminal or Command Prompt</vt:lpstr>
      <vt:lpstr>Class Hierarchy (OOP)</vt:lpstr>
      <vt:lpstr>Class Hierarchy in OOP</vt:lpstr>
      <vt:lpstr>Example of Inheritance:</vt:lpstr>
      <vt:lpstr>Example of Polymorphism:</vt:lpstr>
      <vt:lpstr>Example of Hierarchy Structure and Benefits:</vt:lpstr>
      <vt:lpstr>Network Infrastructure Hierarchy*</vt:lpstr>
      <vt:lpstr>Network Infrastructure Hierarchy</vt:lpstr>
      <vt:lpstr>Tier 1 Networks.</vt:lpstr>
      <vt:lpstr>Tier 2 Networks</vt:lpstr>
      <vt:lpstr>Tier 3 Networks </vt:lpstr>
      <vt:lpstr>Data Flow in Hierarchical Internet Structure</vt:lpstr>
      <vt:lpstr>Domain Name System (DNS) Hierarchy</vt:lpstr>
      <vt:lpstr>Domain Name System (DNS) Hierarchy</vt:lpstr>
      <vt:lpstr>Memory Hierarchy</vt:lpstr>
      <vt:lpstr>Memory Hierarchy</vt:lpstr>
      <vt:lpstr>Exercise 2: What’s in your computer?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Eve</dc:creator>
  <cp:lastModifiedBy>David Eve</cp:lastModifiedBy>
  <cp:revision>9</cp:revision>
  <dcterms:created xsi:type="dcterms:W3CDTF">2024-07-21T21:10:25Z</dcterms:created>
  <dcterms:modified xsi:type="dcterms:W3CDTF">2024-11-04T16:29:58Z</dcterms:modified>
</cp:coreProperties>
</file>