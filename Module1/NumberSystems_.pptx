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056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Number Systems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CSCI 101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How many fingers do you have? Answer depends on base system.</a:t>
            </a:r>
          </a:p>
          <a:p>
            <a:pPr lvl="1"/>
            <a:r>
              <a:rPr dirty="0"/>
              <a:t>Base-10: 10 (Decimal), </a:t>
            </a:r>
            <a:endParaRPr lang="en-US" dirty="0"/>
          </a:p>
          <a:p>
            <a:pPr lvl="1"/>
            <a:r>
              <a:rPr dirty="0"/>
              <a:t>Computer: 1010₂ (Binary)</a:t>
            </a:r>
            <a:endParaRPr lang="en-US" dirty="0"/>
          </a:p>
          <a:p>
            <a:pPr marL="0" indent="0">
              <a:buNone/>
            </a:pPr>
            <a:r>
              <a:rPr dirty="0"/>
              <a:t>Number systems are human constructs, not universal truths.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Infinite Nature of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b="1" dirty="0"/>
              <a:t>Base-10</a:t>
            </a:r>
            <a:r>
              <a:rPr dirty="0"/>
              <a:t> evolved due to our ten fingers.</a:t>
            </a:r>
          </a:p>
          <a:p>
            <a:pPr marL="0" indent="0">
              <a:buNone/>
            </a:pPr>
            <a:r>
              <a:rPr dirty="0"/>
              <a:t>Other cultures</a:t>
            </a:r>
            <a:r>
              <a:rPr lang="en-US" dirty="0"/>
              <a:t>:</a:t>
            </a:r>
          </a:p>
          <a:p>
            <a:pPr lvl="1"/>
            <a:r>
              <a:rPr dirty="0"/>
              <a:t>base-60 (Babylonians), </a:t>
            </a:r>
            <a:endParaRPr lang="en-US" dirty="0"/>
          </a:p>
          <a:p>
            <a:pPr lvl="1"/>
            <a:r>
              <a:rPr dirty="0"/>
              <a:t>base-20 (Maya), base-12.</a:t>
            </a:r>
          </a:p>
          <a:p>
            <a:pPr marL="0" indent="0">
              <a:buNone/>
            </a:pPr>
            <a:r>
              <a:rPr dirty="0"/>
              <a:t>Binary used in computers: on/off electrical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Number Systems Matter in 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Binary: </a:t>
            </a:r>
            <a:r>
              <a:rPr dirty="0"/>
              <a:t>Foundation of all digital computation</a:t>
            </a:r>
          </a:p>
          <a:p>
            <a:r>
              <a:rPr b="1" dirty="0"/>
              <a:t>Hexadecimal: </a:t>
            </a:r>
            <a:r>
              <a:rPr dirty="0"/>
              <a:t>Memory addressing, debugging, colors</a:t>
            </a:r>
          </a:p>
          <a:p>
            <a:r>
              <a:rPr b="1" dirty="0"/>
              <a:t>Octal: </a:t>
            </a:r>
            <a:r>
              <a:rPr dirty="0"/>
              <a:t>File permissions in Unix/Linux</a:t>
            </a:r>
          </a:p>
          <a:p>
            <a:r>
              <a:rPr b="1" dirty="0"/>
              <a:t>Base conversions </a:t>
            </a:r>
            <a:r>
              <a:rPr dirty="0"/>
              <a:t>needed in programming, networking,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Theoretical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Positional systems</a:t>
            </a:r>
            <a:r>
              <a:rPr dirty="0"/>
              <a:t> use </a:t>
            </a:r>
            <a:r>
              <a:rPr i="1" dirty="0"/>
              <a:t>place value</a:t>
            </a:r>
            <a:r>
              <a:rPr dirty="0"/>
              <a:t> and </a:t>
            </a:r>
            <a:r>
              <a:rPr i="1" dirty="0"/>
              <a:t>digit sets</a:t>
            </a:r>
          </a:p>
          <a:p>
            <a:r>
              <a:rPr b="1" dirty="0"/>
              <a:t>Radix</a:t>
            </a:r>
            <a:r>
              <a:rPr dirty="0"/>
              <a:t> (base) defines </a:t>
            </a:r>
            <a:r>
              <a:rPr i="1" dirty="0"/>
              <a:t>number of unique symbols</a:t>
            </a:r>
          </a:p>
          <a:p>
            <a:r>
              <a:rPr b="1" dirty="0"/>
              <a:t>Place values </a:t>
            </a:r>
            <a:r>
              <a:rPr dirty="0"/>
              <a:t>increase left to right in powers of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 = Σ (digit × base^position)</a:t>
            </a:r>
          </a:p>
          <a:p>
            <a:r>
              <a:t>Digits must satisfy: 0 ≤ digit &lt; base</a:t>
            </a:r>
          </a:p>
          <a:p>
            <a:r>
              <a:t>Same principle applies across all bases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Bases (42₁₀)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Binary: 101010₂</a:t>
            </a:r>
          </a:p>
          <a:p>
            <a:r>
              <a:t>Quinary: 132₅</a:t>
            </a:r>
          </a:p>
          <a:p>
            <a:r>
              <a:t>Octal: 52₈</a:t>
            </a:r>
          </a:p>
          <a:p>
            <a:r>
              <a:t>Decimal: 42₁₀</a:t>
            </a:r>
          </a:p>
          <a:p>
            <a:r>
              <a:t>Hexadecimal: 2A₁₆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Base-5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What digits are valid? (0-4)</a:t>
            </a:r>
          </a:p>
          <a:p>
            <a:r>
              <a:rPr dirty="0"/>
              <a:t>Convert 42₁₀ to base-5 → 132₅</a:t>
            </a:r>
          </a:p>
          <a:p>
            <a:r>
              <a:rPr dirty="0"/>
              <a:t>Verify: 1×25 + 3×5 + 2 =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(Base-2)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Digits: {0, 1}, Place Values: 1, 2, 4, 8, ...</a:t>
            </a:r>
          </a:p>
          <a:p>
            <a:r>
              <a:t>Used in all digital electronics</a:t>
            </a:r>
          </a:p>
          <a:p>
            <a:r>
              <a:t>Example: 101011₂ = 43₁₀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Octal (Base-8)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Digits: {0–7}, Each digit = 3 binary bits</a:t>
            </a:r>
          </a:p>
          <a:p>
            <a:r>
              <a:t>Used in Unix file permissions, embedded systems</a:t>
            </a:r>
          </a:p>
          <a:p>
            <a:r>
              <a:t>Example: 127₈ = 87₁₀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Decimal (Base-10)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Digits: {0–9}, Our default counting system</a:t>
            </a:r>
          </a:p>
          <a:p>
            <a:r>
              <a:t>Used for human interaction, UI, and I/O</a:t>
            </a:r>
          </a:p>
          <a:p>
            <a:r>
              <a:t>Automatic binary↔decimal conversion in programming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Hexadecimal (Base-16)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Digits: {0–9, A–F}, Each digit = 4 binary bits</a:t>
            </a:r>
          </a:p>
          <a:p>
            <a:r>
              <a:t>Used in memory addresses, colors, hash values</a:t>
            </a:r>
          </a:p>
          <a:p>
            <a:r>
              <a:t>Example: 1A3₁₆ = 419₁₀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Horizontal Grid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Visual tool to convert decimal to binary</a:t>
            </a:r>
          </a:p>
          <a:p>
            <a:r>
              <a:t>Use powers of 2, subtract until remainder = 0</a:t>
            </a:r>
          </a:p>
          <a:p>
            <a:r>
              <a:t>Group bits for conversion to octal or hex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Base→Decimal: Positional expansion</a:t>
            </a:r>
          </a:p>
          <a:p>
            <a:r>
              <a:t>Decimal→Base: Repeated division + remainders</a:t>
            </a:r>
          </a:p>
          <a:p>
            <a:r>
              <a:t>Binary ↔ Octal/Hex: Grouping 3 or 4 bits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Convert both ways to check answer</a:t>
            </a:r>
          </a:p>
          <a:p>
            <a:r>
              <a:t>Use multiple methods (e.g., grid + expansion)</a:t>
            </a:r>
          </a:p>
          <a:p>
            <a:r>
              <a:t>Always check digit validity for target base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in 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Memory &amp; Bitwise Ops</a:t>
            </a:r>
            <a:r>
              <a:rPr dirty="0"/>
              <a:t>: Hex, Binary</a:t>
            </a:r>
          </a:p>
          <a:p>
            <a:r>
              <a:rPr b="1" dirty="0"/>
              <a:t>Color Codes</a:t>
            </a:r>
            <a:r>
              <a:rPr dirty="0"/>
              <a:t>: Hex in web dev (#FF0000)</a:t>
            </a:r>
          </a:p>
          <a:p>
            <a:r>
              <a:rPr dirty="0"/>
              <a:t>Permissions: Octal in Linux (e.g., </a:t>
            </a:r>
            <a:r>
              <a:rPr dirty="0" err="1"/>
              <a:t>chmod</a:t>
            </a:r>
            <a:r>
              <a:rPr dirty="0"/>
              <a:t> 755)</a:t>
            </a:r>
          </a:p>
          <a:p>
            <a:r>
              <a:rPr dirty="0"/>
              <a:t>Encoding: ASCII, IPv4, Hashing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Number systems are powerful abstractions</a:t>
            </a:r>
          </a:p>
          <a:p>
            <a:r>
              <a:t>Understanding base systems = strong computing foundation</a:t>
            </a:r>
          </a:p>
          <a:p>
            <a:r>
              <a:t>Binary, octal, decimal, hex all interconvertible</a:t>
            </a:r>
          </a:p>
          <a:p>
            <a:r>
              <a:t>Manual conversion deepens understanding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508</Words>
  <Application>Microsoft Macintosh PowerPoint</Application>
  <PresentationFormat>On-screen Show (4:3)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Number Systems</vt:lpstr>
      <vt:lpstr>Introduction</vt:lpstr>
      <vt:lpstr>The Infinite Nature of Number Systems</vt:lpstr>
      <vt:lpstr>Why Number Systems Matter in CS</vt:lpstr>
      <vt:lpstr>Theoretical Foundation</vt:lpstr>
      <vt:lpstr>Mathematical Representation</vt:lpstr>
      <vt:lpstr>Comparing Bases (42₁₀)</vt:lpstr>
      <vt:lpstr>Base-5</vt:lpstr>
      <vt:lpstr>Binary (Base-2)</vt:lpstr>
      <vt:lpstr>Octal (Base-8)</vt:lpstr>
      <vt:lpstr>Decimal (Base-10)</vt:lpstr>
      <vt:lpstr>Hexadecimal (Base-16)</vt:lpstr>
      <vt:lpstr>Horizontal Grid Method</vt:lpstr>
      <vt:lpstr>Conversion Algorithms</vt:lpstr>
      <vt:lpstr>Verification Strategies</vt:lpstr>
      <vt:lpstr>Applications in CS</vt:lpstr>
      <vt:lpstr>Conclusion &amp; 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Eve</cp:lastModifiedBy>
  <cp:revision>3</cp:revision>
  <dcterms:created xsi:type="dcterms:W3CDTF">2013-01-27T09:14:16Z</dcterms:created>
  <dcterms:modified xsi:type="dcterms:W3CDTF">2025-07-18T12:14:01Z</dcterms:modified>
  <cp:category/>
</cp:coreProperties>
</file>